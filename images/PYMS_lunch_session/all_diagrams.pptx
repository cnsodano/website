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86" r:id="rId2"/>
    <p:sldId id="303" r:id="rId3"/>
    <p:sldId id="302" r:id="rId4"/>
    <p:sldId id="298" r:id="rId5"/>
    <p:sldId id="299" r:id="rId6"/>
    <p:sldId id="300" r:id="rId7"/>
    <p:sldId id="301" r:id="rId8"/>
    <p:sldId id="297" r:id="rId9"/>
    <p:sldId id="295" r:id="rId10"/>
    <p:sldId id="289" r:id="rId11"/>
    <p:sldId id="290" r:id="rId12"/>
    <p:sldId id="291" r:id="rId13"/>
    <p:sldId id="288" r:id="rId14"/>
    <p:sldId id="294" r:id="rId15"/>
    <p:sldId id="296" r:id="rId16"/>
  </p:sldIdLst>
  <p:sldSz cx="12192000" cy="5029200"/>
  <p:notesSz cx="6858000" cy="9144000"/>
  <p:defaultTextStyle>
    <a:defPPr>
      <a:defRPr lang="en-US"/>
    </a:defPPr>
    <a:lvl1pPr marL="0" algn="l" defTabSz="457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5" algn="l" defTabSz="457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8" algn="l" defTabSz="457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3" algn="l" defTabSz="457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18" algn="l" defTabSz="457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2" algn="l" defTabSz="457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457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81" algn="l" defTabSz="457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36" algn="l" defTabSz="457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A7BF"/>
    <a:srgbClr val="98C1D9"/>
    <a:srgbClr val="3D5A80"/>
    <a:srgbClr val="0074B9"/>
    <a:srgbClr val="F9F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028" autoAdjust="0"/>
  </p:normalViewPr>
  <p:slideViewPr>
    <p:cSldViewPr snapToGrid="0">
      <p:cViewPr>
        <p:scale>
          <a:sx n="66" d="100"/>
          <a:sy n="66" d="100"/>
        </p:scale>
        <p:origin x="6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6EEFB-457A-4A36-85D7-7D0D589AD54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11150" y="1143000"/>
            <a:ext cx="7480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0E830-3BA6-4B91-9D35-127C3DEDE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88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5" algn="l" defTabSz="9143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08" algn="l" defTabSz="9143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63" algn="l" defTabSz="9143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18" algn="l" defTabSz="9143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72" algn="l" defTabSz="9143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1" algn="l" defTabSz="9143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6" algn="l" defTabSz="9143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89AD6-D388-6C22-54EC-F8B3DE43F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567A3-9231-B281-C043-13AD87087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3A4C0-F825-EBC3-741C-F09748AC7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276E0-4940-29FD-9BB1-56EEBEE08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48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E8FB-7B8F-9DC4-73CB-839F9EE5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1D752-FA55-C3B4-4301-C03E9F7CE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C6BD3-F048-3EA1-6A0C-AF2343897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F640B-0ABE-E4FA-1DD1-70D4DF2FF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62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B2A5F-6C88-11A9-AF94-11CC1E657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4B5C23-4CE5-FA1B-4F21-C18B95595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FD656-8E57-CBBC-6061-B9B0764CE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3EFB3-598F-05BA-A9C3-6E884C711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19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C475C-1199-1088-EEA2-6D066AB25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0C7BA-0846-BF89-0DE7-7481FFDA9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2F52D-2085-7C01-1C88-A92A74056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FF7AB-E14F-AEF0-540E-756971277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28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CFEDF-8436-0FED-2EE9-2F28352E3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9B0AD-C84B-024C-D6A4-9686A4234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65A4A-9E31-0A23-4D44-4512B1CC6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ED3CB-0356-DDE1-2ABC-880274FA5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8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6A14-C061-6959-A41F-40E93B0B3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6394F-8F96-67F8-DCEF-F6BBEA386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8A2DF-DEF9-65DE-FDD9-997360AC9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7A3A3-ABE5-4635-8402-2ECABDF3C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15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7B3A-2EC3-BE98-37E8-8B71AF442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FBBDE-3FFF-1D6F-1B65-95E1B4D06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B8BD4-9F34-B0AF-CECB-CE4F5A275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F553E-AD88-BF58-1CF4-41504613E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8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FEB1B-AB48-14EF-1A00-800CA3A7F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E3AFD-1B0A-76FC-3CAB-67DD7B016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872D8-647B-E77A-75A3-69AB9087C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B230B-83A6-F491-B335-E07F4CED9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18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2DC8-4E41-F4BA-DA4D-3299D22CB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0A6DB3-AC51-4B5B-B222-DFCA79373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032DD-4D56-E2B4-0156-BEFA10FAF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C48A6-9132-0D42-9F17-3CC8C6488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38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7C4C0-8B37-04C7-D48C-A5FA246A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29C29-50BE-3716-6C89-5EA645878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700AB-61E7-60C1-7884-E23C6E1EF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EED4B-31CF-8232-91DD-6BE66020F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23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85017-D8A0-8D08-13B9-A6DBBE8E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716DB-0A5F-B834-E1A7-EBD30F2F7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7EAD5-2E75-1DC7-C181-770B05FC2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2BFFA-FE61-95F9-52D8-25FB8511E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9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57DBB-F5EE-36D7-CFE1-A20D306F0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48056-5ED5-DF88-44BF-0578C4268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06705-DCA7-15FD-0DD9-B4E61F546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292B4-D473-1163-56FF-B397952A3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30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042D4-4BE7-F4B1-24F0-0968DAB51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161E9-11D9-8E55-7637-8ECD313A3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A87645-84D0-5719-DCF0-DD3C86408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75151-5D9E-D050-936E-D19C35A55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19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31AD6-80B0-81D9-B13F-57142AAE1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A61AD-0F52-0D9D-824E-58C68FB43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AF164-4E24-3BCD-23F5-7CCAF01EC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41C59-1132-FE18-E1FC-D81C0F0C2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AE021-16DF-D164-14BA-E600B167E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F7E30-0A4B-1CD9-DEF5-26C918458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18BC7-B7CF-8A5E-3169-D8568ACF7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4D11B-6497-959E-8156-1417ACFDB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35423-74E1-4A85-84DC-921E9982747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35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823066"/>
            <a:ext cx="914400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2641496"/>
            <a:ext cx="91440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7AFE-2835-47A3-84F5-99BBA9592FE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5E3-CCB8-422A-8A6F-F1C01EC2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7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7AFE-2835-47A3-84F5-99BBA9592FE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5E3-CCB8-422A-8A6F-F1C01EC2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253808"/>
            <a:ext cx="10515600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365608"/>
            <a:ext cx="10515600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7AFE-2835-47A3-84F5-99BBA9592FE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5E3-CCB8-422A-8A6F-F1C01EC2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4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38793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8793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7AFE-2835-47A3-84F5-99BBA9592FE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5E3-CCB8-422A-8A6F-F1C01EC2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4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67758"/>
            <a:ext cx="10515600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232853"/>
            <a:ext cx="5157787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1837056"/>
            <a:ext cx="5157787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232853"/>
            <a:ext cx="5183188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837056"/>
            <a:ext cx="5183188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7AFE-2835-47A3-84F5-99BBA9592FE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5E3-CCB8-422A-8A6F-F1C01EC2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4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7AFE-2835-47A3-84F5-99BBA9592FE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5E3-CCB8-422A-8A6F-F1C01EC2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4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7AFE-2835-47A3-84F5-99BBA9592FE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5E3-CCB8-422A-8A6F-F1C01EC2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34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24112"/>
            <a:ext cx="6172200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1508761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7AFE-2835-47A3-84F5-99BBA9592FE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5E3-CCB8-422A-8A6F-F1C01EC2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1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24112"/>
            <a:ext cx="6172200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1508761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7AFE-2835-47A3-84F5-99BBA9592FE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5E3-CCB8-422A-8A6F-F1C01EC2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15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7AFE-2835-47A3-84F5-99BBA9592FE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5E3-CCB8-422A-8A6F-F1C01EC2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6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67759"/>
            <a:ext cx="2628900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67759"/>
            <a:ext cx="7734300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7AFE-2835-47A3-84F5-99BBA9592FE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5E3-CCB8-422A-8A6F-F1C01EC2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4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267758"/>
            <a:ext cx="10515600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338793"/>
            <a:ext cx="10515600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661323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E7AFE-2835-47A3-84F5-99BBA9592FE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4661323"/>
            <a:ext cx="41148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4661323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B715E3-CCB8-422A-8A6F-F1C01EC27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53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4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4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4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sv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4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11" Type="http://schemas.openxmlformats.org/officeDocument/2006/relationships/image" Target="../media/image7.svg"/><Relationship Id="rId5" Type="http://schemas.openxmlformats.org/officeDocument/2006/relationships/image" Target="../media/image2.svg"/><Relationship Id="rId10" Type="http://schemas.openxmlformats.org/officeDocument/2006/relationships/image" Target="../media/image9.svg"/><Relationship Id="rId4" Type="http://schemas.openxmlformats.org/officeDocument/2006/relationships/image" Target="../media/image1.sv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4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11" Type="http://schemas.openxmlformats.org/officeDocument/2006/relationships/image" Target="../media/image7.svg"/><Relationship Id="rId5" Type="http://schemas.openxmlformats.org/officeDocument/2006/relationships/image" Target="../media/image2.svg"/><Relationship Id="rId10" Type="http://schemas.openxmlformats.org/officeDocument/2006/relationships/image" Target="../media/image9.svg"/><Relationship Id="rId4" Type="http://schemas.openxmlformats.org/officeDocument/2006/relationships/image" Target="../media/image1.sv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4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11" Type="http://schemas.openxmlformats.org/officeDocument/2006/relationships/image" Target="../media/image7.svg"/><Relationship Id="rId5" Type="http://schemas.openxmlformats.org/officeDocument/2006/relationships/image" Target="../media/image2.svg"/><Relationship Id="rId10" Type="http://schemas.openxmlformats.org/officeDocument/2006/relationships/image" Target="../media/image9.svg"/><Relationship Id="rId4" Type="http://schemas.openxmlformats.org/officeDocument/2006/relationships/image" Target="../media/image1.sv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6.sv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3C8D8-9EF1-E4D6-04E6-D2FCB4654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03F9C763-27A3-BED2-F6CB-314CB3706696}"/>
              </a:ext>
            </a:extLst>
          </p:cNvPr>
          <p:cNvSpPr txBox="1"/>
          <p:nvPr/>
        </p:nvSpPr>
        <p:spPr>
          <a:xfrm>
            <a:off x="3622370" y="-1061173"/>
            <a:ext cx="2288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API Call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010829-25BE-4197-182A-50E11E0EC7C5}"/>
              </a:ext>
            </a:extLst>
          </p:cNvPr>
          <p:cNvSpPr txBox="1"/>
          <p:nvPr/>
        </p:nvSpPr>
        <p:spPr>
          <a:xfrm>
            <a:off x="7674626" y="-1209784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API CALL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90AFE18-7587-B1DC-EAEB-8E118DF7CF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3095" y="3284789"/>
            <a:ext cx="966610" cy="110469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864206F-E82B-1338-BCCD-6C0C26F53C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3095" y="2048163"/>
            <a:ext cx="966610" cy="110469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FC6BEDF-A0ED-AA75-0E11-312015E1BB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3095" y="811536"/>
            <a:ext cx="966612" cy="110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9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4A1E7-524A-131D-83B8-F0A5C44B2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rrow: Right 26">
            <a:extLst>
              <a:ext uri="{FF2B5EF4-FFF2-40B4-BE49-F238E27FC236}">
                <a16:creationId xmlns:a16="http://schemas.microsoft.com/office/drawing/2014/main" id="{08828BE2-1858-FEAB-FD0C-C6827AD1B821}"/>
              </a:ext>
            </a:extLst>
          </p:cNvPr>
          <p:cNvSpPr/>
          <p:nvPr/>
        </p:nvSpPr>
        <p:spPr>
          <a:xfrm flipH="1" flipV="1">
            <a:off x="7107617" y="2515624"/>
            <a:ext cx="2865055" cy="209246"/>
          </a:xfrm>
          <a:prstGeom prst="rightArrow">
            <a:avLst/>
          </a:prstGeom>
          <a:solidFill>
            <a:srgbClr val="9BA7BF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115E9C-A00C-4E26-2953-815F7112B1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7829" y="1489950"/>
            <a:ext cx="2037900" cy="20379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8BB8F9D-1A66-52A5-A597-FA08DC7758D7}"/>
              </a:ext>
            </a:extLst>
          </p:cNvPr>
          <p:cNvSpPr txBox="1"/>
          <p:nvPr/>
        </p:nvSpPr>
        <p:spPr>
          <a:xfrm>
            <a:off x="3622370" y="-1061173"/>
            <a:ext cx="2288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API Call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61CA72-8D4F-B03B-EF67-BB50FDF79577}"/>
              </a:ext>
            </a:extLst>
          </p:cNvPr>
          <p:cNvSpPr txBox="1"/>
          <p:nvPr/>
        </p:nvSpPr>
        <p:spPr>
          <a:xfrm>
            <a:off x="7674626" y="-1209784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API CALL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A11CCE9-ADC7-5C26-D239-D39EEA9FCC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3095" y="3284789"/>
            <a:ext cx="966610" cy="110469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2FA4CC2-CC14-1932-3F0A-F5A170F454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3095" y="2048163"/>
            <a:ext cx="966610" cy="110469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13B4623-3689-5EDC-D5DF-6E154A5527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3095" y="811536"/>
            <a:ext cx="966612" cy="1104699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16B0E702-6015-BDBC-9A18-3C5EA79AE487}"/>
              </a:ext>
            </a:extLst>
          </p:cNvPr>
          <p:cNvGrpSpPr/>
          <p:nvPr/>
        </p:nvGrpSpPr>
        <p:grpSpPr>
          <a:xfrm>
            <a:off x="7867784" y="2227923"/>
            <a:ext cx="914400" cy="914400"/>
            <a:chOff x="8422416" y="2143312"/>
            <a:chExt cx="914400" cy="9144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858A1DC-95BD-C5A2-8345-8CAD727154F8}"/>
                </a:ext>
              </a:extLst>
            </p:cNvPr>
            <p:cNvSpPr/>
            <p:nvPr/>
          </p:nvSpPr>
          <p:spPr>
            <a:xfrm>
              <a:off x="8640233" y="2282766"/>
              <a:ext cx="275167" cy="680567"/>
            </a:xfrm>
            <a:prstGeom prst="rect">
              <a:avLst/>
            </a:prstGeom>
            <a:solidFill>
              <a:srgbClr val="F9F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24D68D3-EA49-8B0B-3981-EB971E209925}"/>
                </a:ext>
              </a:extLst>
            </p:cNvPr>
            <p:cNvSpPr/>
            <p:nvPr/>
          </p:nvSpPr>
          <p:spPr>
            <a:xfrm>
              <a:off x="8879616" y="2424334"/>
              <a:ext cx="275167" cy="538999"/>
            </a:xfrm>
            <a:prstGeom prst="rect">
              <a:avLst/>
            </a:prstGeom>
            <a:solidFill>
              <a:srgbClr val="F9F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 descr="Document with solid fill">
              <a:extLst>
                <a:ext uri="{FF2B5EF4-FFF2-40B4-BE49-F238E27FC236}">
                  <a16:creationId xmlns:a16="http://schemas.microsoft.com/office/drawing/2014/main" id="{68C28AC1-3393-0114-D721-7B668B7557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22416" y="2143312"/>
              <a:ext cx="914400" cy="914400"/>
            </a:xfrm>
            <a:prstGeom prst="rect">
              <a:avLst/>
            </a:prstGeom>
          </p:spPr>
        </p:pic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6EB4B8C8-E49F-44D5-7DF4-81C6951CB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5773" y="2162097"/>
            <a:ext cx="1162012" cy="39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2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B1A2F-8B61-9DFE-C930-EE7971C79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rrow: Right 26">
            <a:extLst>
              <a:ext uri="{FF2B5EF4-FFF2-40B4-BE49-F238E27FC236}">
                <a16:creationId xmlns:a16="http://schemas.microsoft.com/office/drawing/2014/main" id="{082BF1F6-0E1C-57EA-C4C9-8B1F44D27356}"/>
              </a:ext>
            </a:extLst>
          </p:cNvPr>
          <p:cNvSpPr/>
          <p:nvPr/>
        </p:nvSpPr>
        <p:spPr>
          <a:xfrm flipH="1" flipV="1">
            <a:off x="7107617" y="2515624"/>
            <a:ext cx="2865055" cy="209246"/>
          </a:xfrm>
          <a:prstGeom prst="rightArrow">
            <a:avLst/>
          </a:prstGeom>
          <a:solidFill>
            <a:srgbClr val="9BA7BF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A281F53-9122-3ED4-5322-6A2FDED06A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7829" y="1489950"/>
            <a:ext cx="2037900" cy="20379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85F41124-A0C0-2E7B-F1F0-FC0206F0529D}"/>
              </a:ext>
            </a:extLst>
          </p:cNvPr>
          <p:cNvSpPr txBox="1"/>
          <p:nvPr/>
        </p:nvSpPr>
        <p:spPr>
          <a:xfrm>
            <a:off x="3622370" y="-1061173"/>
            <a:ext cx="2288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API Call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616FA8-2D4D-50A0-B776-AAA35595C61B}"/>
              </a:ext>
            </a:extLst>
          </p:cNvPr>
          <p:cNvSpPr txBox="1"/>
          <p:nvPr/>
        </p:nvSpPr>
        <p:spPr>
          <a:xfrm>
            <a:off x="7674626" y="-1209784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API CALL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6E88D8C-4EE7-B9B7-37AC-F67A96722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3095" y="3284789"/>
            <a:ext cx="966610" cy="110469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D4D0A14-40F3-7B72-4A1F-E20B2B6FFD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3095" y="2048163"/>
            <a:ext cx="966610" cy="110469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F81E308-DB9E-F0F9-84C8-C07BCB171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3095" y="811536"/>
            <a:ext cx="966612" cy="1104699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33092E39-5AFF-6644-156B-599F34075F61}"/>
              </a:ext>
            </a:extLst>
          </p:cNvPr>
          <p:cNvGrpSpPr/>
          <p:nvPr/>
        </p:nvGrpSpPr>
        <p:grpSpPr>
          <a:xfrm>
            <a:off x="7867784" y="2227923"/>
            <a:ext cx="914400" cy="914400"/>
            <a:chOff x="8422416" y="2143312"/>
            <a:chExt cx="914400" cy="9144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1200A24-C840-0B6A-97A7-72693BF6177F}"/>
                </a:ext>
              </a:extLst>
            </p:cNvPr>
            <p:cNvSpPr/>
            <p:nvPr/>
          </p:nvSpPr>
          <p:spPr>
            <a:xfrm>
              <a:off x="8640233" y="2282766"/>
              <a:ext cx="275167" cy="680567"/>
            </a:xfrm>
            <a:prstGeom prst="rect">
              <a:avLst/>
            </a:prstGeom>
            <a:solidFill>
              <a:srgbClr val="F9F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215695D-F786-02A9-0BC0-2272605BD4CB}"/>
                </a:ext>
              </a:extLst>
            </p:cNvPr>
            <p:cNvSpPr/>
            <p:nvPr/>
          </p:nvSpPr>
          <p:spPr>
            <a:xfrm>
              <a:off x="8879616" y="2424334"/>
              <a:ext cx="275167" cy="538999"/>
            </a:xfrm>
            <a:prstGeom prst="rect">
              <a:avLst/>
            </a:prstGeom>
            <a:solidFill>
              <a:srgbClr val="F9F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 descr="Document with solid fill">
              <a:extLst>
                <a:ext uri="{FF2B5EF4-FFF2-40B4-BE49-F238E27FC236}">
                  <a16:creationId xmlns:a16="http://schemas.microsoft.com/office/drawing/2014/main" id="{0DF75BF4-9BB4-2753-B290-47B2D63AF1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22416" y="2143312"/>
              <a:ext cx="914400" cy="914400"/>
            </a:xfrm>
            <a:prstGeom prst="rect">
              <a:avLst/>
            </a:prstGeom>
          </p:spPr>
        </p:pic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6B49182A-6445-4D4E-C60A-33B9B70D38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5773" y="2162097"/>
            <a:ext cx="1162012" cy="395084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D217E053-EEEC-F153-B7D0-C5E4D8FBD1BB}"/>
              </a:ext>
            </a:extLst>
          </p:cNvPr>
          <p:cNvGrpSpPr/>
          <p:nvPr/>
        </p:nvGrpSpPr>
        <p:grpSpPr>
          <a:xfrm>
            <a:off x="8536080" y="2813065"/>
            <a:ext cx="1751215" cy="1867292"/>
            <a:chOff x="6096000" y="2797948"/>
            <a:chExt cx="1751215" cy="186729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B567838-6AFC-2A2B-5221-B9A6125C013E}"/>
                </a:ext>
              </a:extLst>
            </p:cNvPr>
            <p:cNvSpPr/>
            <p:nvPr/>
          </p:nvSpPr>
          <p:spPr>
            <a:xfrm>
              <a:off x="6096000" y="2797948"/>
              <a:ext cx="1476895" cy="1532983"/>
            </a:xfrm>
            <a:prstGeom prst="roundRect">
              <a:avLst>
                <a:gd name="adj" fmla="val 9615"/>
              </a:avLst>
            </a:prstGeom>
            <a:solidFill>
              <a:srgbClr val="F9F5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0D30692-3964-CE74-2D67-BE646871BC0B}"/>
                </a:ext>
              </a:extLst>
            </p:cNvPr>
            <p:cNvSpPr txBox="1"/>
            <p:nvPr/>
          </p:nvSpPr>
          <p:spPr>
            <a:xfrm>
              <a:off x="6096000" y="2849358"/>
              <a:ext cx="175121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Title: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Authors: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Abstract: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Pub-Date: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</a:p>
            <a:p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175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61D3B-C048-3BDF-609D-59BA42494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rrow: Right 49">
            <a:extLst>
              <a:ext uri="{FF2B5EF4-FFF2-40B4-BE49-F238E27FC236}">
                <a16:creationId xmlns:a16="http://schemas.microsoft.com/office/drawing/2014/main" id="{A0EA3EE7-0255-8A41-E25B-CDD16445F93E}"/>
              </a:ext>
            </a:extLst>
          </p:cNvPr>
          <p:cNvSpPr/>
          <p:nvPr/>
        </p:nvSpPr>
        <p:spPr>
          <a:xfrm rot="5400000" flipH="1">
            <a:off x="5726904" y="3667595"/>
            <a:ext cx="731797" cy="209246"/>
          </a:xfrm>
          <a:prstGeom prst="rightArrow">
            <a:avLst/>
          </a:prstGeom>
          <a:solidFill>
            <a:srgbClr val="0074B9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516C46EE-7193-8F42-02C2-F05BD8841F51}"/>
              </a:ext>
            </a:extLst>
          </p:cNvPr>
          <p:cNvSpPr/>
          <p:nvPr/>
        </p:nvSpPr>
        <p:spPr>
          <a:xfrm rot="16200000" flipH="1" flipV="1">
            <a:off x="6071959" y="3546065"/>
            <a:ext cx="731797" cy="209246"/>
          </a:xfrm>
          <a:prstGeom prst="rightArrow">
            <a:avLst/>
          </a:prstGeom>
          <a:solidFill>
            <a:srgbClr val="9BA7BF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3BB968D-3363-B9D8-422F-3580A9B1485D}"/>
              </a:ext>
            </a:extLst>
          </p:cNvPr>
          <p:cNvSpPr/>
          <p:nvPr/>
        </p:nvSpPr>
        <p:spPr>
          <a:xfrm flipH="1" flipV="1">
            <a:off x="7107617" y="2515624"/>
            <a:ext cx="2865055" cy="209246"/>
          </a:xfrm>
          <a:prstGeom prst="rightArrow">
            <a:avLst/>
          </a:prstGeom>
          <a:solidFill>
            <a:srgbClr val="9BA7BF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2CA0637-C2C8-CD4B-BBAD-6CCDCC0151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7829" y="1489950"/>
            <a:ext cx="2037900" cy="20379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73A0D6C-9311-3C88-8E1D-EDC7BA5DCD30}"/>
              </a:ext>
            </a:extLst>
          </p:cNvPr>
          <p:cNvSpPr txBox="1"/>
          <p:nvPr/>
        </p:nvSpPr>
        <p:spPr>
          <a:xfrm>
            <a:off x="3622370" y="-1061173"/>
            <a:ext cx="2288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API Call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722509-58AB-B695-3B40-008C42CDAD40}"/>
              </a:ext>
            </a:extLst>
          </p:cNvPr>
          <p:cNvSpPr txBox="1"/>
          <p:nvPr/>
        </p:nvSpPr>
        <p:spPr>
          <a:xfrm>
            <a:off x="7674626" y="-1209784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API CALL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DC5985C-9D4C-1DE7-EA18-73F0694E16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3095" y="3284789"/>
            <a:ext cx="966610" cy="110469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0A59BE7-BEA0-2EF1-379F-DEB3667419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3095" y="2048163"/>
            <a:ext cx="966610" cy="110469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94EB974-5855-2945-29E5-C96F73CAEF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3095" y="811536"/>
            <a:ext cx="966612" cy="1104699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F11F149D-0983-F4D9-1997-B2E9232A4140}"/>
              </a:ext>
            </a:extLst>
          </p:cNvPr>
          <p:cNvGrpSpPr/>
          <p:nvPr/>
        </p:nvGrpSpPr>
        <p:grpSpPr>
          <a:xfrm>
            <a:off x="7867784" y="2227923"/>
            <a:ext cx="914400" cy="914400"/>
            <a:chOff x="8422416" y="2143312"/>
            <a:chExt cx="914400" cy="9144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C52A8BB-A7DB-36AE-0D0F-A7BA3526F847}"/>
                </a:ext>
              </a:extLst>
            </p:cNvPr>
            <p:cNvSpPr/>
            <p:nvPr/>
          </p:nvSpPr>
          <p:spPr>
            <a:xfrm>
              <a:off x="8640233" y="2282766"/>
              <a:ext cx="275167" cy="680567"/>
            </a:xfrm>
            <a:prstGeom prst="rect">
              <a:avLst/>
            </a:prstGeom>
            <a:solidFill>
              <a:srgbClr val="F9F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C20E9B5-4ECB-B6F2-AB89-EAB78491109D}"/>
                </a:ext>
              </a:extLst>
            </p:cNvPr>
            <p:cNvSpPr/>
            <p:nvPr/>
          </p:nvSpPr>
          <p:spPr>
            <a:xfrm>
              <a:off x="8879616" y="2424334"/>
              <a:ext cx="275167" cy="538999"/>
            </a:xfrm>
            <a:prstGeom prst="rect">
              <a:avLst/>
            </a:prstGeom>
            <a:solidFill>
              <a:srgbClr val="F9F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 descr="Document with solid fill">
              <a:extLst>
                <a:ext uri="{FF2B5EF4-FFF2-40B4-BE49-F238E27FC236}">
                  <a16:creationId xmlns:a16="http://schemas.microsoft.com/office/drawing/2014/main" id="{4B4DB9D4-DAA4-DC51-DC98-2A03EBF49A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22416" y="2143312"/>
              <a:ext cx="914400" cy="914400"/>
            </a:xfrm>
            <a:prstGeom prst="rect">
              <a:avLst/>
            </a:prstGeom>
          </p:spPr>
        </p:pic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4FDC3770-046C-D91A-F2D2-34583646C4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5773" y="2162097"/>
            <a:ext cx="1162012" cy="395084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A36D9F7D-9BE7-B95E-ED2B-C39BF99DB623}"/>
              </a:ext>
            </a:extLst>
          </p:cNvPr>
          <p:cNvGrpSpPr/>
          <p:nvPr/>
        </p:nvGrpSpPr>
        <p:grpSpPr>
          <a:xfrm>
            <a:off x="8536080" y="2813065"/>
            <a:ext cx="1751215" cy="1867292"/>
            <a:chOff x="6096000" y="2797948"/>
            <a:chExt cx="1751215" cy="186729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8E133F83-4466-E2A5-29ED-F34BC4408581}"/>
                </a:ext>
              </a:extLst>
            </p:cNvPr>
            <p:cNvSpPr/>
            <p:nvPr/>
          </p:nvSpPr>
          <p:spPr>
            <a:xfrm>
              <a:off x="6096000" y="2797948"/>
              <a:ext cx="1476895" cy="1532983"/>
            </a:xfrm>
            <a:prstGeom prst="roundRect">
              <a:avLst>
                <a:gd name="adj" fmla="val 9615"/>
              </a:avLst>
            </a:prstGeom>
            <a:solidFill>
              <a:srgbClr val="F9F5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D2D2634-9218-726A-03D8-1142280EFC51}"/>
                </a:ext>
              </a:extLst>
            </p:cNvPr>
            <p:cNvSpPr txBox="1"/>
            <p:nvPr/>
          </p:nvSpPr>
          <p:spPr>
            <a:xfrm>
              <a:off x="6096000" y="2849358"/>
              <a:ext cx="175121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Title: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Authors: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Abstract: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Pub-Date: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</a:p>
            <a:p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47" name="Graphic 46">
            <a:extLst>
              <a:ext uri="{FF2B5EF4-FFF2-40B4-BE49-F238E27FC236}">
                <a16:creationId xmlns:a16="http://schemas.microsoft.com/office/drawing/2014/main" id="{7EC3A527-D604-FA4B-4ECD-805C3277DE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76612" y="4077307"/>
            <a:ext cx="734069" cy="838936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959527EB-E765-58BA-E1B2-D6596806AE77}"/>
              </a:ext>
            </a:extLst>
          </p:cNvPr>
          <p:cNvSpPr txBox="1"/>
          <p:nvPr/>
        </p:nvSpPr>
        <p:spPr>
          <a:xfrm>
            <a:off x="5112571" y="3613865"/>
            <a:ext cx="1751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4B9"/>
                </a:solidFill>
                <a:latin typeface="Consolas" panose="020B0609020204030204" pitchFamily="49" charset="0"/>
              </a:rPr>
              <a:t>10.xxx…</a:t>
            </a:r>
          </a:p>
        </p:txBody>
      </p:sp>
    </p:spTree>
    <p:extLst>
      <p:ext uri="{BB962C8B-B14F-4D97-AF65-F5344CB8AC3E}">
        <p14:creationId xmlns:p14="http://schemas.microsoft.com/office/powerpoint/2010/main" val="2032850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AD9A2-3DB3-EDE3-F566-59BA5258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rrow: Right 49">
            <a:extLst>
              <a:ext uri="{FF2B5EF4-FFF2-40B4-BE49-F238E27FC236}">
                <a16:creationId xmlns:a16="http://schemas.microsoft.com/office/drawing/2014/main" id="{976D9758-348D-4097-10F8-D42E1AD7F51E}"/>
              </a:ext>
            </a:extLst>
          </p:cNvPr>
          <p:cNvSpPr/>
          <p:nvPr/>
        </p:nvSpPr>
        <p:spPr>
          <a:xfrm rot="5400000" flipH="1">
            <a:off x="5726904" y="3667595"/>
            <a:ext cx="731797" cy="209246"/>
          </a:xfrm>
          <a:prstGeom prst="rightArrow">
            <a:avLst/>
          </a:prstGeom>
          <a:solidFill>
            <a:srgbClr val="0074B9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AF5030A4-61F4-4A85-BF88-277759E55EAE}"/>
              </a:ext>
            </a:extLst>
          </p:cNvPr>
          <p:cNvSpPr/>
          <p:nvPr/>
        </p:nvSpPr>
        <p:spPr>
          <a:xfrm flipH="1">
            <a:off x="2155098" y="2521706"/>
            <a:ext cx="3336271" cy="209246"/>
          </a:xfrm>
          <a:prstGeom prst="rightArrow">
            <a:avLst/>
          </a:prstGeom>
          <a:solidFill>
            <a:srgbClr val="0074B9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36BACAE4-B326-698C-C645-A9BAF3B49FC3}"/>
              </a:ext>
            </a:extLst>
          </p:cNvPr>
          <p:cNvSpPr/>
          <p:nvPr/>
        </p:nvSpPr>
        <p:spPr>
          <a:xfrm rot="16200000" flipH="1" flipV="1">
            <a:off x="6071959" y="3546065"/>
            <a:ext cx="731797" cy="209246"/>
          </a:xfrm>
          <a:prstGeom prst="rightArrow">
            <a:avLst/>
          </a:prstGeom>
          <a:solidFill>
            <a:srgbClr val="9BA7BF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358E868-EA6B-86C7-3489-7E09CFE58A9F}"/>
              </a:ext>
            </a:extLst>
          </p:cNvPr>
          <p:cNvSpPr/>
          <p:nvPr/>
        </p:nvSpPr>
        <p:spPr>
          <a:xfrm flipH="1" flipV="1">
            <a:off x="7107617" y="2515624"/>
            <a:ext cx="2865055" cy="209246"/>
          </a:xfrm>
          <a:prstGeom prst="rightArrow">
            <a:avLst/>
          </a:prstGeom>
          <a:solidFill>
            <a:srgbClr val="9BA7BF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755676C-FAFA-8AC6-A7D7-90F2A91A7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7829" y="1489950"/>
            <a:ext cx="2037900" cy="20379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067FA87-B475-1F1A-0A8D-6BFFF2BFEECC}"/>
              </a:ext>
            </a:extLst>
          </p:cNvPr>
          <p:cNvSpPr txBox="1"/>
          <p:nvPr/>
        </p:nvSpPr>
        <p:spPr>
          <a:xfrm>
            <a:off x="3622370" y="-1061173"/>
            <a:ext cx="2288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API Call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A39D6F-2047-7D79-DE0B-36295FBC37E3}"/>
              </a:ext>
            </a:extLst>
          </p:cNvPr>
          <p:cNvSpPr txBox="1"/>
          <p:nvPr/>
        </p:nvSpPr>
        <p:spPr>
          <a:xfrm>
            <a:off x="7674626" y="-1209784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API CALL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BE08B823-0719-EBD6-FCD8-EBAC14BA9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3095" y="3284789"/>
            <a:ext cx="966610" cy="110469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801B72A-E741-4149-44AC-3C3921472A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3095" y="2048163"/>
            <a:ext cx="966610" cy="110469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6E88136-92F5-8BBC-2196-436D874E3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3095" y="811536"/>
            <a:ext cx="966612" cy="1104699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AD99CCB2-5CC2-9A71-0058-803F4F5A6876}"/>
              </a:ext>
            </a:extLst>
          </p:cNvPr>
          <p:cNvGrpSpPr/>
          <p:nvPr/>
        </p:nvGrpSpPr>
        <p:grpSpPr>
          <a:xfrm>
            <a:off x="7867784" y="2227923"/>
            <a:ext cx="914400" cy="914400"/>
            <a:chOff x="8422416" y="2143312"/>
            <a:chExt cx="914400" cy="9144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141A771-CCB5-E1F6-5036-02F2640A8D3F}"/>
                </a:ext>
              </a:extLst>
            </p:cNvPr>
            <p:cNvSpPr/>
            <p:nvPr/>
          </p:nvSpPr>
          <p:spPr>
            <a:xfrm>
              <a:off x="8640233" y="2282766"/>
              <a:ext cx="275167" cy="680567"/>
            </a:xfrm>
            <a:prstGeom prst="rect">
              <a:avLst/>
            </a:prstGeom>
            <a:solidFill>
              <a:srgbClr val="F9F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05B3F00-5A56-8471-6D30-E955712F2343}"/>
                </a:ext>
              </a:extLst>
            </p:cNvPr>
            <p:cNvSpPr/>
            <p:nvPr/>
          </p:nvSpPr>
          <p:spPr>
            <a:xfrm>
              <a:off x="8879616" y="2424334"/>
              <a:ext cx="275167" cy="538999"/>
            </a:xfrm>
            <a:prstGeom prst="rect">
              <a:avLst/>
            </a:prstGeom>
            <a:solidFill>
              <a:srgbClr val="F9F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 descr="Document with solid fill">
              <a:extLst>
                <a:ext uri="{FF2B5EF4-FFF2-40B4-BE49-F238E27FC236}">
                  <a16:creationId xmlns:a16="http://schemas.microsoft.com/office/drawing/2014/main" id="{8F59510E-809A-CC7A-0DF7-8DA9573C65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22416" y="2143312"/>
              <a:ext cx="914400" cy="914400"/>
            </a:xfrm>
            <a:prstGeom prst="rect">
              <a:avLst/>
            </a:prstGeom>
          </p:spPr>
        </p:pic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212AB422-8589-E097-A1D6-414A29BFFC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5773" y="2162097"/>
            <a:ext cx="1162012" cy="395084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90DEB24D-8988-FF8F-C7B6-95E217025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8210" y="2282768"/>
            <a:ext cx="1030365" cy="1030365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6CDA0821-1AE1-561C-1C9A-CA98D977DC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3026" y="2282766"/>
            <a:ext cx="1030365" cy="1030365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8BECDF34-44C2-95CD-5399-68F7746251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3028" y="1481676"/>
            <a:ext cx="1030365" cy="103036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2E7582B-B8AD-270B-DA11-093380729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0028" y="1483174"/>
            <a:ext cx="1030365" cy="103036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10DE6215-4938-AC15-C2DC-80DBCD1E6FBE}"/>
              </a:ext>
            </a:extLst>
          </p:cNvPr>
          <p:cNvGrpSpPr/>
          <p:nvPr/>
        </p:nvGrpSpPr>
        <p:grpSpPr>
          <a:xfrm>
            <a:off x="187871" y="2438910"/>
            <a:ext cx="1088940" cy="1088940"/>
            <a:chOff x="1380830" y="3663390"/>
            <a:chExt cx="1088940" cy="108894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5068C13-AD6D-6D04-43F8-E922C98DECBE}"/>
                </a:ext>
              </a:extLst>
            </p:cNvPr>
            <p:cNvSpPr/>
            <p:nvPr/>
          </p:nvSpPr>
          <p:spPr>
            <a:xfrm>
              <a:off x="1552693" y="3909603"/>
              <a:ext cx="744596" cy="5865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FC1C25AB-8446-DBA7-3ECB-AA671AE0F8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380830" y="3663390"/>
              <a:ext cx="1088940" cy="108894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ED13B69-18BB-7B63-A8DC-CCC9724DFD3A}"/>
              </a:ext>
            </a:extLst>
          </p:cNvPr>
          <p:cNvGrpSpPr/>
          <p:nvPr/>
        </p:nvGrpSpPr>
        <p:grpSpPr>
          <a:xfrm>
            <a:off x="8536080" y="2813065"/>
            <a:ext cx="1751215" cy="1867292"/>
            <a:chOff x="6096000" y="2797948"/>
            <a:chExt cx="1751215" cy="186729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DF8B7B56-221B-5F36-C942-32B0F8847D5F}"/>
                </a:ext>
              </a:extLst>
            </p:cNvPr>
            <p:cNvSpPr/>
            <p:nvPr/>
          </p:nvSpPr>
          <p:spPr>
            <a:xfrm>
              <a:off x="6096000" y="2797948"/>
              <a:ext cx="1476895" cy="1532983"/>
            </a:xfrm>
            <a:prstGeom prst="roundRect">
              <a:avLst>
                <a:gd name="adj" fmla="val 9615"/>
              </a:avLst>
            </a:prstGeom>
            <a:solidFill>
              <a:srgbClr val="F9F5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926D442-91FC-49A6-77F6-6BE81806FDA6}"/>
                </a:ext>
              </a:extLst>
            </p:cNvPr>
            <p:cNvSpPr txBox="1"/>
            <p:nvPr/>
          </p:nvSpPr>
          <p:spPr>
            <a:xfrm>
              <a:off x="6096000" y="2849358"/>
              <a:ext cx="175121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Title: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Authors: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Abstract: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Pub-Date: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</a:p>
            <a:p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47" name="Graphic 46">
            <a:extLst>
              <a:ext uri="{FF2B5EF4-FFF2-40B4-BE49-F238E27FC236}">
                <a16:creationId xmlns:a16="http://schemas.microsoft.com/office/drawing/2014/main" id="{EFFD2A51-8A06-C37D-B68F-B35E6B38AF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76612" y="4077307"/>
            <a:ext cx="734069" cy="838936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7B511175-544E-9F5D-D18C-547355B432DC}"/>
              </a:ext>
            </a:extLst>
          </p:cNvPr>
          <p:cNvSpPr txBox="1"/>
          <p:nvPr/>
        </p:nvSpPr>
        <p:spPr>
          <a:xfrm>
            <a:off x="5112571" y="3613865"/>
            <a:ext cx="1751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4B9"/>
                </a:solidFill>
                <a:latin typeface="Consolas" panose="020B0609020204030204" pitchFamily="49" charset="0"/>
              </a:rPr>
              <a:t>10.xxx…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FD44202-18C3-EEF1-B1CE-6CF041326F9C}"/>
              </a:ext>
            </a:extLst>
          </p:cNvPr>
          <p:cNvGrpSpPr/>
          <p:nvPr/>
        </p:nvGrpSpPr>
        <p:grpSpPr>
          <a:xfrm>
            <a:off x="2670250" y="2226654"/>
            <a:ext cx="2431274" cy="2606246"/>
            <a:chOff x="2462769" y="1950075"/>
            <a:chExt cx="2431274" cy="2606246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FD04068D-7424-1524-0D94-153A109F22D7}"/>
                </a:ext>
              </a:extLst>
            </p:cNvPr>
            <p:cNvGrpSpPr/>
            <p:nvPr/>
          </p:nvGrpSpPr>
          <p:grpSpPr>
            <a:xfrm>
              <a:off x="2462769" y="1950075"/>
              <a:ext cx="914400" cy="914400"/>
              <a:chOff x="2910765" y="881463"/>
              <a:chExt cx="914400" cy="914400"/>
            </a:xfrm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D35A5097-B489-C190-B2B6-67A665F4A3DB}"/>
                  </a:ext>
                </a:extLst>
              </p:cNvPr>
              <p:cNvGrpSpPr/>
              <p:nvPr/>
            </p:nvGrpSpPr>
            <p:grpSpPr>
              <a:xfrm>
                <a:off x="2910765" y="881463"/>
                <a:ext cx="914400" cy="914400"/>
                <a:chOff x="3571399" y="1034552"/>
                <a:chExt cx="914400" cy="914400"/>
              </a:xfrm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8A8F2B77-924C-0BBB-5BC5-F01726152331}"/>
                    </a:ext>
                  </a:extLst>
                </p:cNvPr>
                <p:cNvGrpSpPr/>
                <p:nvPr/>
              </p:nvGrpSpPr>
              <p:grpSpPr>
                <a:xfrm>
                  <a:off x="3571399" y="1034552"/>
                  <a:ext cx="914400" cy="914400"/>
                  <a:chOff x="8422416" y="2143312"/>
                  <a:chExt cx="914400" cy="914400"/>
                </a:xfrm>
              </p:grpSpPr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C376D995-0BF8-435F-8BD6-7795AC050CCB}"/>
                      </a:ext>
                    </a:extLst>
                  </p:cNvPr>
                  <p:cNvSpPr/>
                  <p:nvPr/>
                </p:nvSpPr>
                <p:spPr>
                  <a:xfrm>
                    <a:off x="8640233" y="2282766"/>
                    <a:ext cx="275167" cy="680567"/>
                  </a:xfrm>
                  <a:prstGeom prst="rect">
                    <a:avLst/>
                  </a:prstGeom>
                  <a:solidFill>
                    <a:srgbClr val="F9F5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A5315901-EC2F-2753-907B-D44864871710}"/>
                      </a:ext>
                    </a:extLst>
                  </p:cNvPr>
                  <p:cNvSpPr/>
                  <p:nvPr/>
                </p:nvSpPr>
                <p:spPr>
                  <a:xfrm>
                    <a:off x="8879616" y="2424334"/>
                    <a:ext cx="275167" cy="538999"/>
                  </a:xfrm>
                  <a:prstGeom prst="rect">
                    <a:avLst/>
                  </a:prstGeom>
                  <a:solidFill>
                    <a:srgbClr val="F9F5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08" name="Graphic 107" descr="Document with solid fill">
                    <a:extLst>
                      <a:ext uri="{FF2B5EF4-FFF2-40B4-BE49-F238E27FC236}">
                        <a16:creationId xmlns:a16="http://schemas.microsoft.com/office/drawing/2014/main" id="{130E5A58-C00E-10C2-B895-BCC9D86E97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22416" y="2143312"/>
                    <a:ext cx="914400" cy="9144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15B56FF3-548A-D5AD-4DC2-19A73C07F18C}"/>
                    </a:ext>
                  </a:extLst>
                </p:cNvPr>
                <p:cNvSpPr/>
                <p:nvPr/>
              </p:nvSpPr>
              <p:spPr>
                <a:xfrm>
                  <a:off x="3838575" y="1365062"/>
                  <a:ext cx="161381" cy="425638"/>
                </a:xfrm>
                <a:prstGeom prst="rect">
                  <a:avLst/>
                </a:prstGeom>
                <a:solidFill>
                  <a:srgbClr val="F9F5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8AC602E6-FB77-913A-4703-2A86996AFC0D}"/>
                    </a:ext>
                  </a:extLst>
                </p:cNvPr>
                <p:cNvSpPr/>
                <p:nvPr/>
              </p:nvSpPr>
              <p:spPr>
                <a:xfrm>
                  <a:off x="3968624" y="1438620"/>
                  <a:ext cx="270715" cy="352080"/>
                </a:xfrm>
                <a:prstGeom prst="rect">
                  <a:avLst/>
                </a:prstGeom>
                <a:solidFill>
                  <a:srgbClr val="F9F5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F83C058-FCAA-650F-CDB9-9C0D0AFA87EA}"/>
                  </a:ext>
                </a:extLst>
              </p:cNvPr>
              <p:cNvSpPr txBox="1"/>
              <p:nvPr/>
            </p:nvSpPr>
            <p:spPr>
              <a:xfrm>
                <a:off x="3128583" y="1221658"/>
                <a:ext cx="4937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3D5A80"/>
                    </a:solidFill>
                  </a:rPr>
                  <a:t>{</a:t>
                </a:r>
                <a:r>
                  <a:rPr lang="en-US" baseline="6000" dirty="0">
                    <a:solidFill>
                      <a:srgbClr val="3D5A80"/>
                    </a:solidFill>
                  </a:rPr>
                  <a:t>…</a:t>
                </a:r>
                <a:r>
                  <a:rPr lang="en-US" dirty="0">
                    <a:solidFill>
                      <a:srgbClr val="3D5A80"/>
                    </a:solidFill>
                  </a:rPr>
                  <a:t>}</a:t>
                </a: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1BCE2DA-3DD7-7DF9-255B-C72D22734788}"/>
                </a:ext>
              </a:extLst>
            </p:cNvPr>
            <p:cNvGrpSpPr/>
            <p:nvPr/>
          </p:nvGrpSpPr>
          <p:grpSpPr>
            <a:xfrm>
              <a:off x="3142828" y="2524882"/>
              <a:ext cx="1751215" cy="2031439"/>
              <a:chOff x="6096000" y="2797948"/>
              <a:chExt cx="1751215" cy="2031439"/>
            </a:xfrm>
          </p:grpSpPr>
          <p:sp>
            <p:nvSpPr>
              <p:cNvPr id="110" name="Rectangle: Rounded Corners 109">
                <a:extLst>
                  <a:ext uri="{FF2B5EF4-FFF2-40B4-BE49-F238E27FC236}">
                    <a16:creationId xmlns:a16="http://schemas.microsoft.com/office/drawing/2014/main" id="{C111B6F0-BED7-FF7A-35C8-EB12193B4CD3}"/>
                  </a:ext>
                </a:extLst>
              </p:cNvPr>
              <p:cNvSpPr/>
              <p:nvPr/>
            </p:nvSpPr>
            <p:spPr>
              <a:xfrm>
                <a:off x="6096000" y="2797948"/>
                <a:ext cx="1476895" cy="1532983"/>
              </a:xfrm>
              <a:prstGeom prst="roundRect">
                <a:avLst>
                  <a:gd name="adj" fmla="val 9615"/>
                </a:avLst>
              </a:prstGeom>
              <a:solidFill>
                <a:srgbClr val="F9F5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16759FA-BF3E-B52B-243F-815BECE238F7}"/>
                  </a:ext>
                </a:extLst>
              </p:cNvPr>
              <p:cNvSpPr txBox="1"/>
              <p:nvPr/>
            </p:nvSpPr>
            <p:spPr>
              <a:xfrm>
                <a:off x="6096000" y="2849358"/>
                <a:ext cx="1751215" cy="1980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0074B9"/>
                    </a:solidFill>
                    <a:latin typeface="Consolas" panose="020B0609020204030204" pitchFamily="49" charset="0"/>
                  </a:rPr>
                  <a:t>DOI: 10.xxx…</a:t>
                </a:r>
              </a:p>
              <a:p>
                <a:r>
                  <a:rPr lang="en-US" sz="16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Title:</a:t>
                </a:r>
                <a:r>
                  <a:rPr lang="en-US" sz="1600" spc="-22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Authors:</a:t>
                </a:r>
                <a:r>
                  <a:rPr lang="en-US" sz="1600" spc="-22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Abstract:</a:t>
                </a:r>
                <a:r>
                  <a:rPr lang="en-US" sz="1600" spc="-22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Pub-Date:</a:t>
                </a:r>
                <a:r>
                  <a:rPr lang="en-US" sz="1600" spc="-22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spc="-220" baseline="60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</a:p>
              <a:p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5182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9C4C7-06D0-C5FC-5D7B-AF33C127F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rrow: Right 49">
            <a:extLst>
              <a:ext uri="{FF2B5EF4-FFF2-40B4-BE49-F238E27FC236}">
                <a16:creationId xmlns:a16="http://schemas.microsoft.com/office/drawing/2014/main" id="{9B13E4A2-9FE6-2EC8-9710-1639E1FF7C1B}"/>
              </a:ext>
            </a:extLst>
          </p:cNvPr>
          <p:cNvSpPr/>
          <p:nvPr/>
        </p:nvSpPr>
        <p:spPr>
          <a:xfrm rot="5400000" flipH="1">
            <a:off x="5726904" y="3667595"/>
            <a:ext cx="731797" cy="209246"/>
          </a:xfrm>
          <a:prstGeom prst="rightArrow">
            <a:avLst/>
          </a:prstGeom>
          <a:solidFill>
            <a:srgbClr val="0074B9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3007FFE8-2189-EBC0-2FCC-4B8130E0FA93}"/>
              </a:ext>
            </a:extLst>
          </p:cNvPr>
          <p:cNvSpPr/>
          <p:nvPr/>
        </p:nvSpPr>
        <p:spPr>
          <a:xfrm flipV="1">
            <a:off x="6942667" y="1923494"/>
            <a:ext cx="3090755" cy="209246"/>
          </a:xfrm>
          <a:prstGeom prst="rightArrow">
            <a:avLst/>
          </a:prstGeom>
          <a:solidFill>
            <a:srgbClr val="0074B9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AFB30282-7CED-DEC3-BE86-3937E68CF0EF}"/>
              </a:ext>
            </a:extLst>
          </p:cNvPr>
          <p:cNvSpPr/>
          <p:nvPr/>
        </p:nvSpPr>
        <p:spPr>
          <a:xfrm flipH="1">
            <a:off x="2155098" y="2521706"/>
            <a:ext cx="3336271" cy="209246"/>
          </a:xfrm>
          <a:prstGeom prst="rightArrow">
            <a:avLst/>
          </a:prstGeom>
          <a:solidFill>
            <a:srgbClr val="0074B9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1BB37347-0E3C-9C21-07EA-53DB29B53B2C}"/>
              </a:ext>
            </a:extLst>
          </p:cNvPr>
          <p:cNvSpPr/>
          <p:nvPr/>
        </p:nvSpPr>
        <p:spPr>
          <a:xfrm rot="16200000" flipH="1" flipV="1">
            <a:off x="6071959" y="3546065"/>
            <a:ext cx="731797" cy="209246"/>
          </a:xfrm>
          <a:prstGeom prst="rightArrow">
            <a:avLst/>
          </a:prstGeom>
          <a:solidFill>
            <a:srgbClr val="9BA7BF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CDE0D6F0-08B4-E520-6F10-32ABDE1056E9}"/>
              </a:ext>
            </a:extLst>
          </p:cNvPr>
          <p:cNvSpPr/>
          <p:nvPr/>
        </p:nvSpPr>
        <p:spPr>
          <a:xfrm flipH="1" flipV="1">
            <a:off x="7107617" y="2515624"/>
            <a:ext cx="2865055" cy="209246"/>
          </a:xfrm>
          <a:prstGeom prst="rightArrow">
            <a:avLst/>
          </a:prstGeom>
          <a:solidFill>
            <a:srgbClr val="9BA7BF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41BC88F-2CA3-CF09-4523-6C3E6B995B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7829" y="1489950"/>
            <a:ext cx="2037900" cy="20379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2704D4B-9A2E-4BFD-18B8-7C808D981B62}"/>
              </a:ext>
            </a:extLst>
          </p:cNvPr>
          <p:cNvSpPr txBox="1"/>
          <p:nvPr/>
        </p:nvSpPr>
        <p:spPr>
          <a:xfrm>
            <a:off x="3622370" y="-1061173"/>
            <a:ext cx="2288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API Call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BFF8E88-E3D6-3696-BC8D-915A5F30C5EA}"/>
              </a:ext>
            </a:extLst>
          </p:cNvPr>
          <p:cNvSpPr txBox="1"/>
          <p:nvPr/>
        </p:nvSpPr>
        <p:spPr>
          <a:xfrm>
            <a:off x="7674626" y="-1209784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API CALL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46EA16F-4FD2-FBFD-3C36-CC553344FA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3095" y="3284789"/>
            <a:ext cx="966610" cy="110469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F4A6756-D0FB-37D8-A3A6-5425E61D8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3095" y="2048163"/>
            <a:ext cx="966610" cy="110469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9181A72-2AB2-1574-1DD4-0588B8B42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3095" y="811536"/>
            <a:ext cx="966612" cy="1104699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95CFE928-5761-107C-00A6-6A5883A78F39}"/>
              </a:ext>
            </a:extLst>
          </p:cNvPr>
          <p:cNvGrpSpPr/>
          <p:nvPr/>
        </p:nvGrpSpPr>
        <p:grpSpPr>
          <a:xfrm>
            <a:off x="7867784" y="2227923"/>
            <a:ext cx="914400" cy="914400"/>
            <a:chOff x="8422416" y="2143312"/>
            <a:chExt cx="914400" cy="9144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C9EF4C5-1819-B0CC-6BA0-9B25695D0510}"/>
                </a:ext>
              </a:extLst>
            </p:cNvPr>
            <p:cNvSpPr/>
            <p:nvPr/>
          </p:nvSpPr>
          <p:spPr>
            <a:xfrm>
              <a:off x="8640233" y="2282766"/>
              <a:ext cx="275167" cy="680567"/>
            </a:xfrm>
            <a:prstGeom prst="rect">
              <a:avLst/>
            </a:prstGeom>
            <a:solidFill>
              <a:srgbClr val="F9F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FFDBAE7-6894-2FB8-7B48-2623143293E5}"/>
                </a:ext>
              </a:extLst>
            </p:cNvPr>
            <p:cNvSpPr/>
            <p:nvPr/>
          </p:nvSpPr>
          <p:spPr>
            <a:xfrm>
              <a:off x="8879616" y="2424334"/>
              <a:ext cx="275167" cy="538999"/>
            </a:xfrm>
            <a:prstGeom prst="rect">
              <a:avLst/>
            </a:prstGeom>
            <a:solidFill>
              <a:srgbClr val="F9F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 descr="Document with solid fill">
              <a:extLst>
                <a:ext uri="{FF2B5EF4-FFF2-40B4-BE49-F238E27FC236}">
                  <a16:creationId xmlns:a16="http://schemas.microsoft.com/office/drawing/2014/main" id="{07CB2AF5-BC45-0945-AE08-3D30747349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22416" y="2143312"/>
              <a:ext cx="914400" cy="914400"/>
            </a:xfrm>
            <a:prstGeom prst="rect">
              <a:avLst/>
            </a:prstGeom>
          </p:spPr>
        </p:pic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2217A097-000F-585A-695B-78EBD63F3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5773" y="2162097"/>
            <a:ext cx="1162012" cy="395084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B99285F-DBB1-4C75-7262-745DAC02ED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8210" y="2282768"/>
            <a:ext cx="1030365" cy="1030365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0D08419-399D-EF48-CF33-1D34851FFC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3026" y="2282766"/>
            <a:ext cx="1030365" cy="1030365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C52E7950-5349-18C6-5654-B3A4BF6C45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3028" y="1481676"/>
            <a:ext cx="1030365" cy="103036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EDC34996-4694-BCC1-1CA4-113F607C3F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0028" y="1483174"/>
            <a:ext cx="1030365" cy="103036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E393920C-E7AE-1275-3DFE-50B428276885}"/>
              </a:ext>
            </a:extLst>
          </p:cNvPr>
          <p:cNvGrpSpPr/>
          <p:nvPr/>
        </p:nvGrpSpPr>
        <p:grpSpPr>
          <a:xfrm>
            <a:off x="187871" y="2438910"/>
            <a:ext cx="1088940" cy="1088940"/>
            <a:chOff x="1380830" y="3663390"/>
            <a:chExt cx="1088940" cy="108894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97DC7EC-2FF8-7AF8-8886-F67355AA8268}"/>
                </a:ext>
              </a:extLst>
            </p:cNvPr>
            <p:cNvSpPr/>
            <p:nvPr/>
          </p:nvSpPr>
          <p:spPr>
            <a:xfrm>
              <a:off x="1552693" y="3909603"/>
              <a:ext cx="744596" cy="5865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CE31666-AD12-1299-84EF-A8B71DE052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380830" y="3663390"/>
              <a:ext cx="1088940" cy="108894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2674FCD-9853-CE6E-A627-7814081E4DF2}"/>
              </a:ext>
            </a:extLst>
          </p:cNvPr>
          <p:cNvGrpSpPr/>
          <p:nvPr/>
        </p:nvGrpSpPr>
        <p:grpSpPr>
          <a:xfrm>
            <a:off x="8536080" y="2813065"/>
            <a:ext cx="1751215" cy="1867292"/>
            <a:chOff x="6096000" y="2797948"/>
            <a:chExt cx="1751215" cy="186729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9E4AA32-975F-ABA9-94E7-64AEC4FCC83B}"/>
                </a:ext>
              </a:extLst>
            </p:cNvPr>
            <p:cNvSpPr/>
            <p:nvPr/>
          </p:nvSpPr>
          <p:spPr>
            <a:xfrm>
              <a:off x="6096000" y="2797948"/>
              <a:ext cx="1476895" cy="1532983"/>
            </a:xfrm>
            <a:prstGeom prst="roundRect">
              <a:avLst>
                <a:gd name="adj" fmla="val 9615"/>
              </a:avLst>
            </a:prstGeom>
            <a:solidFill>
              <a:srgbClr val="F9F5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ADEF13-7E21-5181-2F43-855813F23EB8}"/>
                </a:ext>
              </a:extLst>
            </p:cNvPr>
            <p:cNvSpPr txBox="1"/>
            <p:nvPr/>
          </p:nvSpPr>
          <p:spPr>
            <a:xfrm>
              <a:off x="6096000" y="2849358"/>
              <a:ext cx="175121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Title: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Authors: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Abstract: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Pub-Date: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</a:p>
            <a:p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47" name="Graphic 46">
            <a:extLst>
              <a:ext uri="{FF2B5EF4-FFF2-40B4-BE49-F238E27FC236}">
                <a16:creationId xmlns:a16="http://schemas.microsoft.com/office/drawing/2014/main" id="{EA229FE8-7BB6-BAB3-AACC-650CB3E283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76612" y="4077307"/>
            <a:ext cx="734069" cy="838936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F697DC4-162C-8568-1177-F2B8A8F413DC}"/>
              </a:ext>
            </a:extLst>
          </p:cNvPr>
          <p:cNvSpPr txBox="1"/>
          <p:nvPr/>
        </p:nvSpPr>
        <p:spPr>
          <a:xfrm>
            <a:off x="5112571" y="3613865"/>
            <a:ext cx="1751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4B9"/>
                </a:solidFill>
                <a:latin typeface="Consolas" panose="020B0609020204030204" pitchFamily="49" charset="0"/>
              </a:rPr>
              <a:t>10.xxx…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3C23A32-1CCE-2252-FBB5-7713CE7735C2}"/>
              </a:ext>
            </a:extLst>
          </p:cNvPr>
          <p:cNvGrpSpPr/>
          <p:nvPr/>
        </p:nvGrpSpPr>
        <p:grpSpPr>
          <a:xfrm>
            <a:off x="2670250" y="2226654"/>
            <a:ext cx="2431274" cy="2606246"/>
            <a:chOff x="2462769" y="1950075"/>
            <a:chExt cx="2431274" cy="2606246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359E96E8-E0A2-B437-4A88-56833DE3C824}"/>
                </a:ext>
              </a:extLst>
            </p:cNvPr>
            <p:cNvGrpSpPr/>
            <p:nvPr/>
          </p:nvGrpSpPr>
          <p:grpSpPr>
            <a:xfrm>
              <a:off x="2462769" y="1950075"/>
              <a:ext cx="914400" cy="914400"/>
              <a:chOff x="2910765" y="881463"/>
              <a:chExt cx="914400" cy="914400"/>
            </a:xfrm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96F0F7EB-5C31-E400-37FD-E5BA274CD4BF}"/>
                  </a:ext>
                </a:extLst>
              </p:cNvPr>
              <p:cNvGrpSpPr/>
              <p:nvPr/>
            </p:nvGrpSpPr>
            <p:grpSpPr>
              <a:xfrm>
                <a:off x="2910765" y="881463"/>
                <a:ext cx="914400" cy="914400"/>
                <a:chOff x="3571399" y="1034552"/>
                <a:chExt cx="914400" cy="914400"/>
              </a:xfrm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10D7922C-C976-A15D-91C6-02FAB341D21B}"/>
                    </a:ext>
                  </a:extLst>
                </p:cNvPr>
                <p:cNvGrpSpPr/>
                <p:nvPr/>
              </p:nvGrpSpPr>
              <p:grpSpPr>
                <a:xfrm>
                  <a:off x="3571399" y="1034552"/>
                  <a:ext cx="914400" cy="914400"/>
                  <a:chOff x="8422416" y="2143312"/>
                  <a:chExt cx="914400" cy="914400"/>
                </a:xfrm>
              </p:grpSpPr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9316238E-125C-B0CD-D708-F44EF08D2DCF}"/>
                      </a:ext>
                    </a:extLst>
                  </p:cNvPr>
                  <p:cNvSpPr/>
                  <p:nvPr/>
                </p:nvSpPr>
                <p:spPr>
                  <a:xfrm>
                    <a:off x="8640233" y="2282766"/>
                    <a:ext cx="275167" cy="680567"/>
                  </a:xfrm>
                  <a:prstGeom prst="rect">
                    <a:avLst/>
                  </a:prstGeom>
                  <a:solidFill>
                    <a:srgbClr val="F9F5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8571F57E-6A60-AFB3-4436-2C6EABC20DB3}"/>
                      </a:ext>
                    </a:extLst>
                  </p:cNvPr>
                  <p:cNvSpPr/>
                  <p:nvPr/>
                </p:nvSpPr>
                <p:spPr>
                  <a:xfrm>
                    <a:off x="8879616" y="2424334"/>
                    <a:ext cx="275167" cy="538999"/>
                  </a:xfrm>
                  <a:prstGeom prst="rect">
                    <a:avLst/>
                  </a:prstGeom>
                  <a:solidFill>
                    <a:srgbClr val="F9F5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08" name="Graphic 107" descr="Document with solid fill">
                    <a:extLst>
                      <a:ext uri="{FF2B5EF4-FFF2-40B4-BE49-F238E27FC236}">
                        <a16:creationId xmlns:a16="http://schemas.microsoft.com/office/drawing/2014/main" id="{6BB7C3FA-1296-4381-5CFF-BDE44BF4B96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22416" y="2143312"/>
                    <a:ext cx="914400" cy="9144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1E1178C1-D529-0F93-51CF-A8054D98BC21}"/>
                    </a:ext>
                  </a:extLst>
                </p:cNvPr>
                <p:cNvSpPr/>
                <p:nvPr/>
              </p:nvSpPr>
              <p:spPr>
                <a:xfrm>
                  <a:off x="3838575" y="1365062"/>
                  <a:ext cx="161381" cy="425638"/>
                </a:xfrm>
                <a:prstGeom prst="rect">
                  <a:avLst/>
                </a:prstGeom>
                <a:solidFill>
                  <a:srgbClr val="F9F5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65B6D7D1-FA3F-CB29-9ACF-543F8D8BB43E}"/>
                    </a:ext>
                  </a:extLst>
                </p:cNvPr>
                <p:cNvSpPr/>
                <p:nvPr/>
              </p:nvSpPr>
              <p:spPr>
                <a:xfrm>
                  <a:off x="3968624" y="1438620"/>
                  <a:ext cx="270715" cy="352080"/>
                </a:xfrm>
                <a:prstGeom prst="rect">
                  <a:avLst/>
                </a:prstGeom>
                <a:solidFill>
                  <a:srgbClr val="F9F5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8E7A561-C832-1C0A-4D35-0FF98E155635}"/>
                  </a:ext>
                </a:extLst>
              </p:cNvPr>
              <p:cNvSpPr txBox="1"/>
              <p:nvPr/>
            </p:nvSpPr>
            <p:spPr>
              <a:xfrm>
                <a:off x="3128583" y="1221658"/>
                <a:ext cx="4937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3D5A80"/>
                    </a:solidFill>
                  </a:rPr>
                  <a:t>{</a:t>
                </a:r>
                <a:r>
                  <a:rPr lang="en-US" baseline="6000" dirty="0">
                    <a:solidFill>
                      <a:srgbClr val="3D5A80"/>
                    </a:solidFill>
                  </a:rPr>
                  <a:t>…</a:t>
                </a:r>
                <a:r>
                  <a:rPr lang="en-US" dirty="0">
                    <a:solidFill>
                      <a:srgbClr val="3D5A80"/>
                    </a:solidFill>
                  </a:rPr>
                  <a:t>}</a:t>
                </a: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FD91EA17-3A0B-F8E6-451C-778090F548D9}"/>
                </a:ext>
              </a:extLst>
            </p:cNvPr>
            <p:cNvGrpSpPr/>
            <p:nvPr/>
          </p:nvGrpSpPr>
          <p:grpSpPr>
            <a:xfrm>
              <a:off x="3142828" y="2524882"/>
              <a:ext cx="1751215" cy="2031439"/>
              <a:chOff x="6096000" y="2797948"/>
              <a:chExt cx="1751215" cy="2031439"/>
            </a:xfrm>
          </p:grpSpPr>
          <p:sp>
            <p:nvSpPr>
              <p:cNvPr id="110" name="Rectangle: Rounded Corners 109">
                <a:extLst>
                  <a:ext uri="{FF2B5EF4-FFF2-40B4-BE49-F238E27FC236}">
                    <a16:creationId xmlns:a16="http://schemas.microsoft.com/office/drawing/2014/main" id="{916D5CF9-C4FB-DFF9-8272-BB30B4053697}"/>
                  </a:ext>
                </a:extLst>
              </p:cNvPr>
              <p:cNvSpPr/>
              <p:nvPr/>
            </p:nvSpPr>
            <p:spPr>
              <a:xfrm>
                <a:off x="6096000" y="2797948"/>
                <a:ext cx="1476895" cy="1532983"/>
              </a:xfrm>
              <a:prstGeom prst="roundRect">
                <a:avLst>
                  <a:gd name="adj" fmla="val 9615"/>
                </a:avLst>
              </a:prstGeom>
              <a:solidFill>
                <a:srgbClr val="F9F5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88149ED-5586-046F-76BA-99F28402D412}"/>
                  </a:ext>
                </a:extLst>
              </p:cNvPr>
              <p:cNvSpPr txBox="1"/>
              <p:nvPr/>
            </p:nvSpPr>
            <p:spPr>
              <a:xfrm>
                <a:off x="6096000" y="2849358"/>
                <a:ext cx="1751215" cy="1980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0074B9"/>
                    </a:solidFill>
                    <a:latin typeface="Consolas" panose="020B0609020204030204" pitchFamily="49" charset="0"/>
                  </a:rPr>
                  <a:t>DOI: 10.xxx…</a:t>
                </a:r>
              </a:p>
              <a:p>
                <a:r>
                  <a:rPr lang="en-US" sz="16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Title:</a:t>
                </a:r>
                <a:r>
                  <a:rPr lang="en-US" sz="1600" spc="-22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Authors:</a:t>
                </a:r>
                <a:r>
                  <a:rPr lang="en-US" sz="1600" spc="-22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Abstract:</a:t>
                </a:r>
                <a:r>
                  <a:rPr lang="en-US" sz="1600" spc="-22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Pub-Date:</a:t>
                </a:r>
                <a:r>
                  <a:rPr lang="en-US" sz="1600" spc="-22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spc="-220" baseline="60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</a:p>
              <a:p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</p:txBody>
          </p:sp>
        </p:grp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12BC92D0-C502-EAC9-8642-9E63D749BB9B}"/>
              </a:ext>
            </a:extLst>
          </p:cNvPr>
          <p:cNvSpPr txBox="1"/>
          <p:nvPr/>
        </p:nvSpPr>
        <p:spPr>
          <a:xfrm>
            <a:off x="6992176" y="1600420"/>
            <a:ext cx="1751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4B9"/>
                </a:solidFill>
                <a:latin typeface="Consolas" panose="020B0609020204030204" pitchFamily="49" charset="0"/>
              </a:rPr>
              <a:t>10.xxx…</a:t>
            </a:r>
          </a:p>
        </p:txBody>
      </p:sp>
    </p:spTree>
    <p:extLst>
      <p:ext uri="{BB962C8B-B14F-4D97-AF65-F5344CB8AC3E}">
        <p14:creationId xmlns:p14="http://schemas.microsoft.com/office/powerpoint/2010/main" val="171060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ED4E8-6A7A-0FFF-1483-9527B734E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F3DBBD4-A195-3C81-FC22-24F06E707D30}"/>
              </a:ext>
            </a:extLst>
          </p:cNvPr>
          <p:cNvSpPr/>
          <p:nvPr/>
        </p:nvSpPr>
        <p:spPr>
          <a:xfrm>
            <a:off x="2539246" y="154004"/>
            <a:ext cx="2746943" cy="4762239"/>
          </a:xfrm>
          <a:prstGeom prst="roundRect">
            <a:avLst>
              <a:gd name="adj" fmla="val 0"/>
            </a:avLst>
          </a:prstGeom>
          <a:solidFill>
            <a:srgbClr val="9BA7BF"/>
          </a:solidFill>
          <a:ln w="76200">
            <a:solidFill>
              <a:srgbClr val="9BA7B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046E2FE7-DB80-EC42-92A0-222A4EBD9DAD}"/>
              </a:ext>
            </a:extLst>
          </p:cNvPr>
          <p:cNvSpPr/>
          <p:nvPr/>
        </p:nvSpPr>
        <p:spPr>
          <a:xfrm rot="5400000" flipH="1">
            <a:off x="5726904" y="3667595"/>
            <a:ext cx="731797" cy="209246"/>
          </a:xfrm>
          <a:prstGeom prst="rightArrow">
            <a:avLst/>
          </a:prstGeom>
          <a:solidFill>
            <a:srgbClr val="0074B9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8ADF3EA6-8B66-7280-A922-90956599C4CD}"/>
              </a:ext>
            </a:extLst>
          </p:cNvPr>
          <p:cNvSpPr/>
          <p:nvPr/>
        </p:nvSpPr>
        <p:spPr>
          <a:xfrm flipV="1">
            <a:off x="6942667" y="1923494"/>
            <a:ext cx="3090755" cy="209246"/>
          </a:xfrm>
          <a:prstGeom prst="rightArrow">
            <a:avLst/>
          </a:prstGeom>
          <a:solidFill>
            <a:srgbClr val="0074B9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BE2AC572-4F06-1351-E86F-44F190A4CBAA}"/>
              </a:ext>
            </a:extLst>
          </p:cNvPr>
          <p:cNvSpPr/>
          <p:nvPr/>
        </p:nvSpPr>
        <p:spPr>
          <a:xfrm flipH="1">
            <a:off x="2155098" y="2521706"/>
            <a:ext cx="3336271" cy="209246"/>
          </a:xfrm>
          <a:prstGeom prst="rightArrow">
            <a:avLst/>
          </a:prstGeom>
          <a:solidFill>
            <a:srgbClr val="0074B9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108E86A0-DD75-62DE-9D62-B3C43C5D40DA}"/>
              </a:ext>
            </a:extLst>
          </p:cNvPr>
          <p:cNvSpPr/>
          <p:nvPr/>
        </p:nvSpPr>
        <p:spPr>
          <a:xfrm rot="16200000" flipH="1" flipV="1">
            <a:off x="6071959" y="3546065"/>
            <a:ext cx="731797" cy="209246"/>
          </a:xfrm>
          <a:prstGeom prst="rightArrow">
            <a:avLst/>
          </a:prstGeom>
          <a:solidFill>
            <a:srgbClr val="9BA7BF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4457F73-912B-E0AC-5DCA-39DC0721545F}"/>
              </a:ext>
            </a:extLst>
          </p:cNvPr>
          <p:cNvSpPr/>
          <p:nvPr/>
        </p:nvSpPr>
        <p:spPr>
          <a:xfrm flipH="1" flipV="1">
            <a:off x="7107617" y="2515624"/>
            <a:ext cx="2865055" cy="209246"/>
          </a:xfrm>
          <a:prstGeom prst="rightArrow">
            <a:avLst/>
          </a:prstGeom>
          <a:solidFill>
            <a:srgbClr val="9BA7BF">
              <a:alpha val="50196"/>
            </a:srgbClr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557672F-7DD7-112D-E2DC-BF7899A6C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7829" y="1489950"/>
            <a:ext cx="2037900" cy="20379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17AB689-6952-709E-CCBB-73DD683CA4A8}"/>
              </a:ext>
            </a:extLst>
          </p:cNvPr>
          <p:cNvSpPr txBox="1"/>
          <p:nvPr/>
        </p:nvSpPr>
        <p:spPr>
          <a:xfrm>
            <a:off x="3622370" y="-1061173"/>
            <a:ext cx="2288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API Call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AA0F33-89F3-4D5C-4D75-F6ABC5EF2543}"/>
              </a:ext>
            </a:extLst>
          </p:cNvPr>
          <p:cNvSpPr txBox="1"/>
          <p:nvPr/>
        </p:nvSpPr>
        <p:spPr>
          <a:xfrm>
            <a:off x="7674626" y="-1209784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API CALL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05BC046-53B4-F10B-208E-48F1D06D9B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3095" y="3284789"/>
            <a:ext cx="966610" cy="110469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EF5DFD3-4D2A-8EAA-C989-6F68258613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3095" y="2048163"/>
            <a:ext cx="966610" cy="110469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3201531-AFBE-F9FB-9FF7-4477413926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3095" y="811536"/>
            <a:ext cx="966612" cy="1104699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7B283FD6-FEDC-42B2-AB7C-BF988F3E1078}"/>
              </a:ext>
            </a:extLst>
          </p:cNvPr>
          <p:cNvGrpSpPr/>
          <p:nvPr/>
        </p:nvGrpSpPr>
        <p:grpSpPr>
          <a:xfrm>
            <a:off x="7867784" y="2227923"/>
            <a:ext cx="914400" cy="914400"/>
            <a:chOff x="8422416" y="2143312"/>
            <a:chExt cx="914400" cy="9144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3790F62-F374-6E57-2BBF-EA2AF436C264}"/>
                </a:ext>
              </a:extLst>
            </p:cNvPr>
            <p:cNvSpPr/>
            <p:nvPr/>
          </p:nvSpPr>
          <p:spPr>
            <a:xfrm>
              <a:off x="8640233" y="2282766"/>
              <a:ext cx="275167" cy="680567"/>
            </a:xfrm>
            <a:prstGeom prst="rect">
              <a:avLst/>
            </a:prstGeom>
            <a:solidFill>
              <a:srgbClr val="F9F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7B9D8DB-C935-A5E1-3F81-B24621C0A95B}"/>
                </a:ext>
              </a:extLst>
            </p:cNvPr>
            <p:cNvSpPr/>
            <p:nvPr/>
          </p:nvSpPr>
          <p:spPr>
            <a:xfrm>
              <a:off x="8879616" y="2424334"/>
              <a:ext cx="275167" cy="538999"/>
            </a:xfrm>
            <a:prstGeom prst="rect">
              <a:avLst/>
            </a:prstGeom>
            <a:solidFill>
              <a:srgbClr val="F9F5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 descr="Document with solid fill">
              <a:extLst>
                <a:ext uri="{FF2B5EF4-FFF2-40B4-BE49-F238E27FC236}">
                  <a16:creationId xmlns:a16="http://schemas.microsoft.com/office/drawing/2014/main" id="{429D9A15-D0AF-2487-6BD6-E13B3240FA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22416" y="2143312"/>
              <a:ext cx="914400" cy="914400"/>
            </a:xfrm>
            <a:prstGeom prst="rect">
              <a:avLst/>
            </a:prstGeom>
          </p:spPr>
        </p:pic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7CE93A70-C1C8-BB52-E418-6AA730363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5773" y="2162097"/>
            <a:ext cx="1162012" cy="395084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9A7319CD-E3AE-2003-2AEB-58AC14001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8210" y="2282768"/>
            <a:ext cx="1030365" cy="1030365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77CD8686-AE30-938E-F751-3C023B11C0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3026" y="2282766"/>
            <a:ext cx="1030365" cy="1030365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9A7F3041-1170-B07F-ED75-A7ABE9DCE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3028" y="1481676"/>
            <a:ext cx="1030365" cy="103036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424F4029-BC3C-4996-DE73-D98A8CC7FD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0028" y="1483174"/>
            <a:ext cx="1030365" cy="103036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2ACE2FA5-EFD7-91F4-F7B1-4EE192A54589}"/>
              </a:ext>
            </a:extLst>
          </p:cNvPr>
          <p:cNvGrpSpPr/>
          <p:nvPr/>
        </p:nvGrpSpPr>
        <p:grpSpPr>
          <a:xfrm>
            <a:off x="187871" y="2438910"/>
            <a:ext cx="1088940" cy="1088940"/>
            <a:chOff x="1380830" y="3663390"/>
            <a:chExt cx="1088940" cy="108894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BF9A8BF-6436-0A9B-E43C-656D64015934}"/>
                </a:ext>
              </a:extLst>
            </p:cNvPr>
            <p:cNvSpPr/>
            <p:nvPr/>
          </p:nvSpPr>
          <p:spPr>
            <a:xfrm>
              <a:off x="1552693" y="3909603"/>
              <a:ext cx="744596" cy="5865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F5D4F89E-D179-CB96-8C90-441C594D2A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380830" y="3663390"/>
              <a:ext cx="1088940" cy="108894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171D9D9-C434-6D06-17D7-43F1882EA3A1}"/>
              </a:ext>
            </a:extLst>
          </p:cNvPr>
          <p:cNvGrpSpPr/>
          <p:nvPr/>
        </p:nvGrpSpPr>
        <p:grpSpPr>
          <a:xfrm>
            <a:off x="8536080" y="2813065"/>
            <a:ext cx="1751215" cy="1867292"/>
            <a:chOff x="6096000" y="2797948"/>
            <a:chExt cx="1751215" cy="186729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5B4DC70-36A4-0BC8-9BA5-82DCA19BC46C}"/>
                </a:ext>
              </a:extLst>
            </p:cNvPr>
            <p:cNvSpPr/>
            <p:nvPr/>
          </p:nvSpPr>
          <p:spPr>
            <a:xfrm>
              <a:off x="6096000" y="2797948"/>
              <a:ext cx="1476895" cy="1532983"/>
            </a:xfrm>
            <a:prstGeom prst="roundRect">
              <a:avLst>
                <a:gd name="adj" fmla="val 9615"/>
              </a:avLst>
            </a:prstGeom>
            <a:solidFill>
              <a:srgbClr val="F9F5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E4028BD-4EBE-75CE-8568-74AA3FB6EDAF}"/>
                </a:ext>
              </a:extLst>
            </p:cNvPr>
            <p:cNvSpPr txBox="1"/>
            <p:nvPr/>
          </p:nvSpPr>
          <p:spPr>
            <a:xfrm>
              <a:off x="6096000" y="2849358"/>
              <a:ext cx="175121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Title: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Authors: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Abstract: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Pub-Date:</a:t>
              </a:r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r>
                <a:rPr lang="en-US" sz="1600" spc="-220" dirty="0">
                  <a:solidFill>
                    <a:srgbClr val="3D5A80"/>
                  </a:solidFill>
                  <a:latin typeface="Consolas" panose="020B0609020204030204" pitchFamily="49" charset="0"/>
                </a:rPr>
                <a:t>...</a:t>
              </a:r>
            </a:p>
            <a:p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  <a:p>
              <a:endParaRPr lang="en-US" sz="1600" dirty="0">
                <a:solidFill>
                  <a:srgbClr val="3D5A80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47" name="Graphic 46">
            <a:extLst>
              <a:ext uri="{FF2B5EF4-FFF2-40B4-BE49-F238E27FC236}">
                <a16:creationId xmlns:a16="http://schemas.microsoft.com/office/drawing/2014/main" id="{2A3E5FA7-EA54-84E0-D3DF-80317F0B85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76612" y="4077307"/>
            <a:ext cx="734069" cy="838936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06314B9-0A39-29B3-F3C3-DC51ED6DC6FE}"/>
              </a:ext>
            </a:extLst>
          </p:cNvPr>
          <p:cNvSpPr txBox="1"/>
          <p:nvPr/>
        </p:nvSpPr>
        <p:spPr>
          <a:xfrm>
            <a:off x="5112571" y="3613865"/>
            <a:ext cx="1751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4B9"/>
                </a:solidFill>
                <a:latin typeface="Consolas" panose="020B0609020204030204" pitchFamily="49" charset="0"/>
              </a:rPr>
              <a:t>10.xxx…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8A9B39E-3324-1B21-1877-54C768FD8590}"/>
              </a:ext>
            </a:extLst>
          </p:cNvPr>
          <p:cNvGrpSpPr/>
          <p:nvPr/>
        </p:nvGrpSpPr>
        <p:grpSpPr>
          <a:xfrm>
            <a:off x="2670250" y="2226654"/>
            <a:ext cx="2431274" cy="2606246"/>
            <a:chOff x="2462769" y="1950075"/>
            <a:chExt cx="2431274" cy="2606246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3E854E8-E209-39D9-33B3-8F9F1B6BCA8D}"/>
                </a:ext>
              </a:extLst>
            </p:cNvPr>
            <p:cNvGrpSpPr/>
            <p:nvPr/>
          </p:nvGrpSpPr>
          <p:grpSpPr>
            <a:xfrm>
              <a:off x="2462769" y="1950075"/>
              <a:ext cx="914400" cy="914400"/>
              <a:chOff x="2910765" y="881463"/>
              <a:chExt cx="914400" cy="914400"/>
            </a:xfrm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30929965-D85D-3BFD-91AC-C46E83643201}"/>
                  </a:ext>
                </a:extLst>
              </p:cNvPr>
              <p:cNvGrpSpPr/>
              <p:nvPr/>
            </p:nvGrpSpPr>
            <p:grpSpPr>
              <a:xfrm>
                <a:off x="2910765" y="881463"/>
                <a:ext cx="914400" cy="914400"/>
                <a:chOff x="3571399" y="1034552"/>
                <a:chExt cx="914400" cy="914400"/>
              </a:xfrm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87643E01-C20D-B5B7-FD67-CB4CB1228A5E}"/>
                    </a:ext>
                  </a:extLst>
                </p:cNvPr>
                <p:cNvGrpSpPr/>
                <p:nvPr/>
              </p:nvGrpSpPr>
              <p:grpSpPr>
                <a:xfrm>
                  <a:off x="3571399" y="1034552"/>
                  <a:ext cx="914400" cy="914400"/>
                  <a:chOff x="8422416" y="2143312"/>
                  <a:chExt cx="914400" cy="914400"/>
                </a:xfrm>
              </p:grpSpPr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1012B1B7-797D-BFAE-E734-05ADBCFF9223}"/>
                      </a:ext>
                    </a:extLst>
                  </p:cNvPr>
                  <p:cNvSpPr/>
                  <p:nvPr/>
                </p:nvSpPr>
                <p:spPr>
                  <a:xfrm>
                    <a:off x="8640233" y="2282766"/>
                    <a:ext cx="275167" cy="680567"/>
                  </a:xfrm>
                  <a:prstGeom prst="rect">
                    <a:avLst/>
                  </a:prstGeom>
                  <a:solidFill>
                    <a:srgbClr val="F9F5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77CF2717-5F46-6A0E-D328-8330371DF5A9}"/>
                      </a:ext>
                    </a:extLst>
                  </p:cNvPr>
                  <p:cNvSpPr/>
                  <p:nvPr/>
                </p:nvSpPr>
                <p:spPr>
                  <a:xfrm>
                    <a:off x="8879616" y="2424334"/>
                    <a:ext cx="275167" cy="538999"/>
                  </a:xfrm>
                  <a:prstGeom prst="rect">
                    <a:avLst/>
                  </a:prstGeom>
                  <a:solidFill>
                    <a:srgbClr val="F9F5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08" name="Graphic 107" descr="Document with solid fill">
                    <a:extLst>
                      <a:ext uri="{FF2B5EF4-FFF2-40B4-BE49-F238E27FC236}">
                        <a16:creationId xmlns:a16="http://schemas.microsoft.com/office/drawing/2014/main" id="{38D951F3-68CA-7F68-7EA7-CAE62C28B64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22416" y="2143312"/>
                    <a:ext cx="914400" cy="9144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3D3EA6D7-ADEE-144D-8304-FD4986C09E97}"/>
                    </a:ext>
                  </a:extLst>
                </p:cNvPr>
                <p:cNvSpPr/>
                <p:nvPr/>
              </p:nvSpPr>
              <p:spPr>
                <a:xfrm>
                  <a:off x="3838575" y="1365062"/>
                  <a:ext cx="161381" cy="425638"/>
                </a:xfrm>
                <a:prstGeom prst="rect">
                  <a:avLst/>
                </a:prstGeom>
                <a:solidFill>
                  <a:srgbClr val="F9F5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72715544-7E69-B243-326F-5D04A973A36F}"/>
                    </a:ext>
                  </a:extLst>
                </p:cNvPr>
                <p:cNvSpPr/>
                <p:nvPr/>
              </p:nvSpPr>
              <p:spPr>
                <a:xfrm>
                  <a:off x="3968624" y="1438620"/>
                  <a:ext cx="270715" cy="352080"/>
                </a:xfrm>
                <a:prstGeom prst="rect">
                  <a:avLst/>
                </a:prstGeom>
                <a:solidFill>
                  <a:srgbClr val="F9F5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926C076-0DE3-738D-CD56-54A2266A9B78}"/>
                  </a:ext>
                </a:extLst>
              </p:cNvPr>
              <p:cNvSpPr txBox="1"/>
              <p:nvPr/>
            </p:nvSpPr>
            <p:spPr>
              <a:xfrm>
                <a:off x="3128583" y="1221658"/>
                <a:ext cx="4937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3D5A80"/>
                    </a:solidFill>
                  </a:rPr>
                  <a:t>{</a:t>
                </a:r>
                <a:r>
                  <a:rPr lang="en-US" baseline="6000" dirty="0">
                    <a:solidFill>
                      <a:srgbClr val="3D5A80"/>
                    </a:solidFill>
                  </a:rPr>
                  <a:t>…</a:t>
                </a:r>
                <a:r>
                  <a:rPr lang="en-US" dirty="0">
                    <a:solidFill>
                      <a:srgbClr val="3D5A80"/>
                    </a:solidFill>
                  </a:rPr>
                  <a:t>}</a:t>
                </a: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22F66CD-DF61-DAED-DDDF-9F0E979FF275}"/>
                </a:ext>
              </a:extLst>
            </p:cNvPr>
            <p:cNvGrpSpPr/>
            <p:nvPr/>
          </p:nvGrpSpPr>
          <p:grpSpPr>
            <a:xfrm>
              <a:off x="3142828" y="2524882"/>
              <a:ext cx="1751215" cy="2031439"/>
              <a:chOff x="6096000" y="2797948"/>
              <a:chExt cx="1751215" cy="2031439"/>
            </a:xfrm>
          </p:grpSpPr>
          <p:sp>
            <p:nvSpPr>
              <p:cNvPr id="110" name="Rectangle: Rounded Corners 109">
                <a:extLst>
                  <a:ext uri="{FF2B5EF4-FFF2-40B4-BE49-F238E27FC236}">
                    <a16:creationId xmlns:a16="http://schemas.microsoft.com/office/drawing/2014/main" id="{DEEBB379-37CA-9548-8C7B-815BDBEFB8A4}"/>
                  </a:ext>
                </a:extLst>
              </p:cNvPr>
              <p:cNvSpPr/>
              <p:nvPr/>
            </p:nvSpPr>
            <p:spPr>
              <a:xfrm>
                <a:off x="6096000" y="2797948"/>
                <a:ext cx="1476895" cy="1532983"/>
              </a:xfrm>
              <a:prstGeom prst="roundRect">
                <a:avLst>
                  <a:gd name="adj" fmla="val 9615"/>
                </a:avLst>
              </a:prstGeom>
              <a:solidFill>
                <a:srgbClr val="F9F5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A2FA17CC-F7A6-CE12-0ADD-1609F2800C0A}"/>
                  </a:ext>
                </a:extLst>
              </p:cNvPr>
              <p:cNvSpPr txBox="1"/>
              <p:nvPr/>
            </p:nvSpPr>
            <p:spPr>
              <a:xfrm>
                <a:off x="6096000" y="2849358"/>
                <a:ext cx="1751215" cy="1980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0074B9"/>
                    </a:solidFill>
                    <a:latin typeface="Consolas" panose="020B0609020204030204" pitchFamily="49" charset="0"/>
                  </a:rPr>
                  <a:t>DOI: 10.xxx…</a:t>
                </a:r>
              </a:p>
              <a:p>
                <a:r>
                  <a:rPr lang="en-US" sz="16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Title:</a:t>
                </a:r>
                <a:r>
                  <a:rPr lang="en-US" sz="1600" spc="-22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Authors:</a:t>
                </a:r>
                <a:r>
                  <a:rPr lang="en-US" sz="1600" spc="-22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Abstract:</a:t>
                </a:r>
                <a:r>
                  <a:rPr lang="en-US" sz="1600" spc="-22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Pub-Date:</a:t>
                </a:r>
                <a:r>
                  <a:rPr lang="en-US" sz="1600" spc="-22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600" spc="-220" baseline="6000" dirty="0">
                    <a:solidFill>
                      <a:srgbClr val="3D5A80"/>
                    </a:solidFill>
                    <a:latin typeface="Consolas" panose="020B0609020204030204" pitchFamily="49" charset="0"/>
                  </a:rPr>
                  <a:t>...</a:t>
                </a:r>
              </a:p>
              <a:p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  <a:p>
                <a:endParaRPr lang="en-US" sz="1600" dirty="0">
                  <a:solidFill>
                    <a:srgbClr val="3D5A80"/>
                  </a:solidFill>
                  <a:latin typeface="Consolas" panose="020B0609020204030204" pitchFamily="49" charset="0"/>
                </a:endParaRPr>
              </a:p>
            </p:txBody>
          </p:sp>
        </p:grp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93B90746-DB68-D042-9798-3D2A01013DEB}"/>
              </a:ext>
            </a:extLst>
          </p:cNvPr>
          <p:cNvSpPr txBox="1"/>
          <p:nvPr/>
        </p:nvSpPr>
        <p:spPr>
          <a:xfrm>
            <a:off x="6992176" y="1600420"/>
            <a:ext cx="1751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4B9"/>
                </a:solidFill>
                <a:latin typeface="Consolas" panose="020B0609020204030204" pitchFamily="49" charset="0"/>
              </a:rPr>
              <a:t>10.xxx…</a:t>
            </a:r>
          </a:p>
        </p:txBody>
      </p:sp>
    </p:spTree>
    <p:extLst>
      <p:ext uri="{BB962C8B-B14F-4D97-AF65-F5344CB8AC3E}">
        <p14:creationId xmlns:p14="http://schemas.microsoft.com/office/powerpoint/2010/main" val="170724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05357-34F9-4944-D787-957612E03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A8C40AD-C926-1766-8586-261B16FA90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0125" y="1489950"/>
            <a:ext cx="2037900" cy="20379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30A038-5405-00C5-FE70-74E861FE4D57}"/>
              </a:ext>
            </a:extLst>
          </p:cNvPr>
          <p:cNvSpPr/>
          <p:nvPr/>
        </p:nvSpPr>
        <p:spPr>
          <a:xfrm>
            <a:off x="8146154" y="2018919"/>
            <a:ext cx="1221567" cy="98697"/>
          </a:xfrm>
          <a:prstGeom prst="rect">
            <a:avLst/>
          </a:prstGeom>
          <a:solidFill>
            <a:srgbClr val="FFFFFF"/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8E2368-84FC-5867-7CCF-9A7906787177}"/>
              </a:ext>
            </a:extLst>
          </p:cNvPr>
          <p:cNvSpPr txBox="1"/>
          <p:nvPr/>
        </p:nvSpPr>
        <p:spPr>
          <a:xfrm>
            <a:off x="8090703" y="1964730"/>
            <a:ext cx="28003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Consolas" panose="020B0609020204030204" pitchFamily="49" charset="0"/>
              </a:rPr>
              <a:t>https://www.wikipedia.org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2FE2C46-3CAF-6D0A-0F67-77D2A17645FA}"/>
              </a:ext>
            </a:extLst>
          </p:cNvPr>
          <p:cNvSpPr/>
          <p:nvPr/>
        </p:nvSpPr>
        <p:spPr>
          <a:xfrm flipH="1">
            <a:off x="5018037" y="2540073"/>
            <a:ext cx="2694659" cy="209246"/>
          </a:xfrm>
          <a:prstGeom prst="rightArrow">
            <a:avLst/>
          </a:prstGeom>
          <a:solidFill>
            <a:srgbClr val="3D5A8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0E108074-7432-EC05-115F-240EAEB7B7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83" y="1483050"/>
            <a:ext cx="2037900" cy="20379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A5F31C7D-642E-0DEF-398A-0ECEF790BD3C}"/>
              </a:ext>
            </a:extLst>
          </p:cNvPr>
          <p:cNvSpPr txBox="1"/>
          <p:nvPr/>
        </p:nvSpPr>
        <p:spPr>
          <a:xfrm>
            <a:off x="3622370" y="-1061173"/>
            <a:ext cx="2288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API Call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A3EAA0-88C8-6A27-32F0-0A9D33A897CF}"/>
              </a:ext>
            </a:extLst>
          </p:cNvPr>
          <p:cNvSpPr txBox="1"/>
          <p:nvPr/>
        </p:nvSpPr>
        <p:spPr>
          <a:xfrm>
            <a:off x="7674626" y="-1209784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API CALL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5465AA2-E6E5-B765-AB80-0D30DA7ADD61}"/>
              </a:ext>
            </a:extLst>
          </p:cNvPr>
          <p:cNvSpPr txBox="1"/>
          <p:nvPr/>
        </p:nvSpPr>
        <p:spPr>
          <a:xfrm>
            <a:off x="5064474" y="2687426"/>
            <a:ext cx="2800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D5A80"/>
                </a:solidFill>
                <a:latin typeface="Consolas" panose="020B0609020204030204" pitchFamily="49" charset="0"/>
              </a:rPr>
              <a:t>https://www.wikipedia.org</a:t>
            </a:r>
            <a:r>
              <a:rPr lang="en-US" sz="1400" b="1" dirty="0">
                <a:solidFill>
                  <a:srgbClr val="3D5A80"/>
                </a:solidFill>
                <a:latin typeface="Consolas" panose="020B0609020204030204" pitchFamily="49" charset="0"/>
              </a:rPr>
              <a:t>/wiki/Metascience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FADC73E5-E3B8-444B-20D0-768AC537FB0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02389" y="2048163"/>
            <a:ext cx="769615" cy="7766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AEC614-6E5E-B29C-4327-8C2A052038BF}"/>
              </a:ext>
            </a:extLst>
          </p:cNvPr>
          <p:cNvSpPr txBox="1"/>
          <p:nvPr/>
        </p:nvSpPr>
        <p:spPr>
          <a:xfrm>
            <a:off x="8091799" y="1972412"/>
            <a:ext cx="28003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D5A80"/>
                </a:solidFill>
                <a:latin typeface="Consolas" panose="020B0609020204030204" pitchFamily="49" charset="0"/>
              </a:rPr>
              <a:t>https://www.wikipedia.org</a:t>
            </a:r>
          </a:p>
        </p:txBody>
      </p:sp>
    </p:spTree>
    <p:extLst>
      <p:ext uri="{BB962C8B-B14F-4D97-AF65-F5344CB8AC3E}">
        <p14:creationId xmlns:p14="http://schemas.microsoft.com/office/powerpoint/2010/main" val="342904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E0EB8-D975-D1B9-85C5-004E288A6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055B7ED-41EA-55C3-F9EE-DCD2864E9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0125" y="1489950"/>
            <a:ext cx="2037900" cy="20379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810B8AA-3F86-8768-0C99-54B6FB08AAB7}"/>
              </a:ext>
            </a:extLst>
          </p:cNvPr>
          <p:cNvSpPr/>
          <p:nvPr/>
        </p:nvSpPr>
        <p:spPr>
          <a:xfrm>
            <a:off x="8146154" y="2018919"/>
            <a:ext cx="1221567" cy="98697"/>
          </a:xfrm>
          <a:prstGeom prst="rect">
            <a:avLst/>
          </a:prstGeom>
          <a:solidFill>
            <a:srgbClr val="FFFFFF"/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9CB27-1BBB-0724-1AD7-1400A6CA8E49}"/>
              </a:ext>
            </a:extLst>
          </p:cNvPr>
          <p:cNvSpPr txBox="1"/>
          <p:nvPr/>
        </p:nvSpPr>
        <p:spPr>
          <a:xfrm>
            <a:off x="8090703" y="1964730"/>
            <a:ext cx="28003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Consolas" panose="020B0609020204030204" pitchFamily="49" charset="0"/>
              </a:rPr>
              <a:t>https://www.wikipedia.org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EB53331-ED37-7B6B-DC83-1FF69A91EAC3}"/>
              </a:ext>
            </a:extLst>
          </p:cNvPr>
          <p:cNvSpPr/>
          <p:nvPr/>
        </p:nvSpPr>
        <p:spPr>
          <a:xfrm flipH="1">
            <a:off x="5018037" y="2540073"/>
            <a:ext cx="2694659" cy="209246"/>
          </a:xfrm>
          <a:prstGeom prst="rightArrow">
            <a:avLst/>
          </a:prstGeom>
          <a:solidFill>
            <a:srgbClr val="3D5A8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CE9839C-F4AE-B2FC-A08E-41F63B1B06BD}"/>
              </a:ext>
            </a:extLst>
          </p:cNvPr>
          <p:cNvSpPr/>
          <p:nvPr/>
        </p:nvSpPr>
        <p:spPr>
          <a:xfrm flipH="1">
            <a:off x="2156011" y="2539745"/>
            <a:ext cx="944954" cy="209246"/>
          </a:xfrm>
          <a:prstGeom prst="rightArrow">
            <a:avLst/>
          </a:prstGeom>
          <a:solidFill>
            <a:srgbClr val="9EAC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82F1B39C-EF4C-FF78-96FF-765AC37FD8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83" y="1483050"/>
            <a:ext cx="2037900" cy="20379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792514F9-A549-653B-56D0-ECF3A6F607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210" y="2282768"/>
            <a:ext cx="1030365" cy="1030365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FF564567-E55F-64C0-19B2-8ECB33354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026" y="2282766"/>
            <a:ext cx="1030365" cy="103036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6D5B404-53A0-6AA1-12D8-D7268C9B0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028" y="1481676"/>
            <a:ext cx="1030365" cy="1030365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56F3D821-1055-AE1E-30F4-BB269272BD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028" y="1483174"/>
            <a:ext cx="1030365" cy="1030365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C42ACF64-6E5A-AB7E-999C-36F5C00D08AD}"/>
              </a:ext>
            </a:extLst>
          </p:cNvPr>
          <p:cNvGrpSpPr/>
          <p:nvPr/>
        </p:nvGrpSpPr>
        <p:grpSpPr>
          <a:xfrm>
            <a:off x="187871" y="2438910"/>
            <a:ext cx="1088940" cy="1088940"/>
            <a:chOff x="1380830" y="3663390"/>
            <a:chExt cx="1088940" cy="108894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2DD13E5-DFA7-994C-8E33-CEF9DB5BF96C}"/>
                </a:ext>
              </a:extLst>
            </p:cNvPr>
            <p:cNvSpPr/>
            <p:nvPr/>
          </p:nvSpPr>
          <p:spPr>
            <a:xfrm>
              <a:off x="1552693" y="3909603"/>
              <a:ext cx="744596" cy="5865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7A168359-26C8-09A9-E220-4DF531E191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80830" y="3663390"/>
              <a:ext cx="1088940" cy="1088940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2EB4A5DA-26F9-00B5-43EC-364849C27E2D}"/>
              </a:ext>
            </a:extLst>
          </p:cNvPr>
          <p:cNvSpPr txBox="1"/>
          <p:nvPr/>
        </p:nvSpPr>
        <p:spPr>
          <a:xfrm>
            <a:off x="3622370" y="-1061173"/>
            <a:ext cx="2288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API Call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9E10C6-5601-2D9E-2AD6-B945BAF9CE0C}"/>
              </a:ext>
            </a:extLst>
          </p:cNvPr>
          <p:cNvSpPr txBox="1"/>
          <p:nvPr/>
        </p:nvSpPr>
        <p:spPr>
          <a:xfrm>
            <a:off x="7674626" y="-1209784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API CALL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1F23166-2646-1492-6616-A099272729EC}"/>
              </a:ext>
            </a:extLst>
          </p:cNvPr>
          <p:cNvSpPr txBox="1"/>
          <p:nvPr/>
        </p:nvSpPr>
        <p:spPr>
          <a:xfrm>
            <a:off x="5064474" y="2687426"/>
            <a:ext cx="2800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D5A80"/>
                </a:solidFill>
                <a:latin typeface="Consolas" panose="020B0609020204030204" pitchFamily="49" charset="0"/>
              </a:rPr>
              <a:t>https://www.wikipedia.org</a:t>
            </a:r>
            <a:r>
              <a:rPr lang="en-US" sz="1400" b="1" dirty="0">
                <a:solidFill>
                  <a:srgbClr val="3D5A80"/>
                </a:solidFill>
                <a:latin typeface="Consolas" panose="020B0609020204030204" pitchFamily="49" charset="0"/>
              </a:rPr>
              <a:t>/wiki/Metascience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679BFFCF-8F1F-A27F-74D7-FF097849BE2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02389" y="2048163"/>
            <a:ext cx="769615" cy="7766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5AB942-E438-1BB2-F008-D0E60ACB4B88}"/>
              </a:ext>
            </a:extLst>
          </p:cNvPr>
          <p:cNvSpPr txBox="1"/>
          <p:nvPr/>
        </p:nvSpPr>
        <p:spPr>
          <a:xfrm>
            <a:off x="8091799" y="1972412"/>
            <a:ext cx="28003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D5A80"/>
                </a:solidFill>
                <a:latin typeface="Consolas" panose="020B0609020204030204" pitchFamily="49" charset="0"/>
              </a:rPr>
              <a:t>https://www.wikipedia.org</a:t>
            </a:r>
          </a:p>
        </p:txBody>
      </p:sp>
    </p:spTree>
    <p:extLst>
      <p:ext uri="{BB962C8B-B14F-4D97-AF65-F5344CB8AC3E}">
        <p14:creationId xmlns:p14="http://schemas.microsoft.com/office/powerpoint/2010/main" val="2611600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9507A-8E5A-60A3-5378-3DC686A9C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rrow: Right 22">
            <a:extLst>
              <a:ext uri="{FF2B5EF4-FFF2-40B4-BE49-F238E27FC236}">
                <a16:creationId xmlns:a16="http://schemas.microsoft.com/office/drawing/2014/main" id="{5A969798-52F3-9459-FCB4-2095F41AF0AC}"/>
              </a:ext>
            </a:extLst>
          </p:cNvPr>
          <p:cNvSpPr/>
          <p:nvPr/>
        </p:nvSpPr>
        <p:spPr>
          <a:xfrm>
            <a:off x="2150497" y="2004790"/>
            <a:ext cx="944954" cy="209246"/>
          </a:xfrm>
          <a:prstGeom prst="rightArrow">
            <a:avLst/>
          </a:prstGeom>
          <a:solidFill>
            <a:srgbClr val="0074B9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2511198-B39A-0FB1-116C-82C1E7EA29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0125" y="1489950"/>
            <a:ext cx="2037900" cy="20379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D2CA108-484E-7095-807B-964205729258}"/>
              </a:ext>
            </a:extLst>
          </p:cNvPr>
          <p:cNvSpPr/>
          <p:nvPr/>
        </p:nvSpPr>
        <p:spPr>
          <a:xfrm>
            <a:off x="8146154" y="2018919"/>
            <a:ext cx="1221567" cy="98697"/>
          </a:xfrm>
          <a:prstGeom prst="rect">
            <a:avLst/>
          </a:prstGeom>
          <a:solidFill>
            <a:srgbClr val="FFFFFF"/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FFDD7B-09A6-9C49-471B-5A44EC9877BD}"/>
              </a:ext>
            </a:extLst>
          </p:cNvPr>
          <p:cNvSpPr txBox="1"/>
          <p:nvPr/>
        </p:nvSpPr>
        <p:spPr>
          <a:xfrm>
            <a:off x="8090703" y="1964730"/>
            <a:ext cx="28003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Consolas" panose="020B0609020204030204" pitchFamily="49" charset="0"/>
              </a:rPr>
              <a:t>https://www.wikipedia.org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F0AC4F1-C834-B284-D135-265F9AB6E13F}"/>
              </a:ext>
            </a:extLst>
          </p:cNvPr>
          <p:cNvSpPr/>
          <p:nvPr/>
        </p:nvSpPr>
        <p:spPr>
          <a:xfrm flipH="1">
            <a:off x="5018037" y="2540073"/>
            <a:ext cx="2694659" cy="209246"/>
          </a:xfrm>
          <a:prstGeom prst="rightArrow">
            <a:avLst/>
          </a:prstGeom>
          <a:solidFill>
            <a:srgbClr val="3D5A8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2930064-BE24-6365-580B-1CCD95B2F70F}"/>
              </a:ext>
            </a:extLst>
          </p:cNvPr>
          <p:cNvSpPr/>
          <p:nvPr/>
        </p:nvSpPr>
        <p:spPr>
          <a:xfrm flipH="1">
            <a:off x="2156011" y="2539745"/>
            <a:ext cx="944954" cy="209246"/>
          </a:xfrm>
          <a:prstGeom prst="rightArrow">
            <a:avLst/>
          </a:prstGeom>
          <a:solidFill>
            <a:srgbClr val="9EAC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E0D691FA-018A-0A75-7EBC-2D6CCF586725}"/>
              </a:ext>
            </a:extLst>
          </p:cNvPr>
          <p:cNvSpPr/>
          <p:nvPr/>
        </p:nvSpPr>
        <p:spPr>
          <a:xfrm>
            <a:off x="5018035" y="2007020"/>
            <a:ext cx="2745240" cy="209246"/>
          </a:xfrm>
          <a:prstGeom prst="rightArrow">
            <a:avLst/>
          </a:prstGeom>
          <a:solidFill>
            <a:srgbClr val="0074B9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8A8C0E60-72ED-2872-8BE2-5E06C98E90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83" y="1483050"/>
            <a:ext cx="2037900" cy="20379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A7B12E9-C4D0-DE1E-B79E-8E02333FE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210" y="2282768"/>
            <a:ext cx="1030365" cy="1030365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8F412296-E778-DC4C-C7E5-70BD425D9C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026" y="2282766"/>
            <a:ext cx="1030365" cy="103036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3AF37B0C-9543-A89A-E24C-D4EC51298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028" y="1481676"/>
            <a:ext cx="1030365" cy="1030365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A9CCB34D-0661-00B8-8E96-2A4BF685DF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028" y="1483174"/>
            <a:ext cx="1030365" cy="1030365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E275521C-62BF-2E89-422B-90F8EFDAF53B}"/>
              </a:ext>
            </a:extLst>
          </p:cNvPr>
          <p:cNvGrpSpPr/>
          <p:nvPr/>
        </p:nvGrpSpPr>
        <p:grpSpPr>
          <a:xfrm>
            <a:off x="187871" y="2438910"/>
            <a:ext cx="1088940" cy="1088940"/>
            <a:chOff x="1380830" y="3663390"/>
            <a:chExt cx="1088940" cy="108894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9A6912A-217E-35F1-9042-E3511F250F0B}"/>
                </a:ext>
              </a:extLst>
            </p:cNvPr>
            <p:cNvSpPr/>
            <p:nvPr/>
          </p:nvSpPr>
          <p:spPr>
            <a:xfrm>
              <a:off x="1552693" y="3909603"/>
              <a:ext cx="744596" cy="5865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0B9B337B-F7F9-B316-0B49-04D6508196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80830" y="3663390"/>
              <a:ext cx="1088940" cy="1088940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57A2DCA-8F7C-94E1-CF0F-377D8C5A36E6}"/>
              </a:ext>
            </a:extLst>
          </p:cNvPr>
          <p:cNvSpPr txBox="1"/>
          <p:nvPr/>
        </p:nvSpPr>
        <p:spPr>
          <a:xfrm>
            <a:off x="3622370" y="-1061173"/>
            <a:ext cx="2288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API Call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05C5700-8EBB-87A8-766D-2766870EC656}"/>
              </a:ext>
            </a:extLst>
          </p:cNvPr>
          <p:cNvSpPr txBox="1"/>
          <p:nvPr/>
        </p:nvSpPr>
        <p:spPr>
          <a:xfrm>
            <a:off x="7674626" y="-1209784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API CALL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D0FF08A-075A-4485-F485-8DF96D840D73}"/>
              </a:ext>
            </a:extLst>
          </p:cNvPr>
          <p:cNvGrpSpPr/>
          <p:nvPr/>
        </p:nvGrpSpPr>
        <p:grpSpPr>
          <a:xfrm>
            <a:off x="5981970" y="1712842"/>
            <a:ext cx="726070" cy="726070"/>
            <a:chOff x="6027619" y="1949466"/>
            <a:chExt cx="726069" cy="72606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BAF5248-0CFC-96F4-3973-367C3F7562C8}"/>
                </a:ext>
              </a:extLst>
            </p:cNvPr>
            <p:cNvSpPr/>
            <p:nvPr/>
          </p:nvSpPr>
          <p:spPr>
            <a:xfrm>
              <a:off x="6142809" y="1958397"/>
              <a:ext cx="369214" cy="6937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81B5606-6235-9E60-36C2-C9E1193E54B8}"/>
                </a:ext>
              </a:extLst>
            </p:cNvPr>
            <p:cNvSpPr/>
            <p:nvPr/>
          </p:nvSpPr>
          <p:spPr>
            <a:xfrm>
              <a:off x="6284617" y="2123909"/>
              <a:ext cx="369214" cy="5282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20C9403-AD95-30FE-7DC6-8DAD530F5AE2}"/>
                </a:ext>
              </a:extLst>
            </p:cNvPr>
            <p:cNvSpPr/>
            <p:nvPr/>
          </p:nvSpPr>
          <p:spPr>
            <a:xfrm>
              <a:off x="6095999" y="2250299"/>
              <a:ext cx="608764" cy="199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7B38ED68-7ADD-6EDB-72A0-72EFED74B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27619" y="1949466"/>
              <a:ext cx="726069" cy="726069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91493C0-480A-6588-71AB-F52F13B9AB13}"/>
              </a:ext>
            </a:extLst>
          </p:cNvPr>
          <p:cNvSpPr txBox="1"/>
          <p:nvPr/>
        </p:nvSpPr>
        <p:spPr>
          <a:xfrm>
            <a:off x="5064474" y="2687426"/>
            <a:ext cx="2800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D5A80"/>
                </a:solidFill>
                <a:latin typeface="Consolas" panose="020B0609020204030204" pitchFamily="49" charset="0"/>
              </a:rPr>
              <a:t>https://www.wikipedia.org</a:t>
            </a:r>
            <a:r>
              <a:rPr lang="en-US" sz="1400" b="1" dirty="0">
                <a:solidFill>
                  <a:srgbClr val="3D5A80"/>
                </a:solidFill>
                <a:latin typeface="Consolas" panose="020B0609020204030204" pitchFamily="49" charset="0"/>
              </a:rPr>
              <a:t>/wiki/Metascience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3BDE46-405E-3147-E110-2907E85F472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02389" y="2048163"/>
            <a:ext cx="769615" cy="7766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843E2C-F90C-F3AB-79A4-0329BC52321C}"/>
              </a:ext>
            </a:extLst>
          </p:cNvPr>
          <p:cNvSpPr txBox="1"/>
          <p:nvPr/>
        </p:nvSpPr>
        <p:spPr>
          <a:xfrm>
            <a:off x="5064474" y="1288037"/>
            <a:ext cx="2800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3D5A80"/>
                </a:solidFill>
                <a:latin typeface="Consolas" panose="020B0609020204030204" pitchFamily="49" charset="0"/>
              </a:rPr>
              <a:t>wiki/Metascience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D5E201-EA77-3B35-F7E8-0C6C1B942F31}"/>
              </a:ext>
            </a:extLst>
          </p:cNvPr>
          <p:cNvSpPr txBox="1"/>
          <p:nvPr/>
        </p:nvSpPr>
        <p:spPr>
          <a:xfrm>
            <a:off x="8091799" y="1972412"/>
            <a:ext cx="28003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D5A80"/>
                </a:solidFill>
                <a:latin typeface="Consolas" panose="020B0609020204030204" pitchFamily="49" charset="0"/>
              </a:rPr>
              <a:t>https://www.wikipedia.org</a:t>
            </a:r>
          </a:p>
        </p:txBody>
      </p:sp>
    </p:spTree>
    <p:extLst>
      <p:ext uri="{BB962C8B-B14F-4D97-AF65-F5344CB8AC3E}">
        <p14:creationId xmlns:p14="http://schemas.microsoft.com/office/powerpoint/2010/main" val="2658585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C748B-C74D-8DEA-303B-0F794007E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040DAB-441F-C2E4-99A6-E77D2C441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646" y="2010741"/>
            <a:ext cx="1553423" cy="996843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7AF47BCB-919F-239B-EEB3-CE038B56FA19}"/>
              </a:ext>
            </a:extLst>
          </p:cNvPr>
          <p:cNvSpPr/>
          <p:nvPr/>
        </p:nvSpPr>
        <p:spPr>
          <a:xfrm>
            <a:off x="2150497" y="2004790"/>
            <a:ext cx="944954" cy="209246"/>
          </a:xfrm>
          <a:prstGeom prst="rightArrow">
            <a:avLst/>
          </a:prstGeom>
          <a:solidFill>
            <a:srgbClr val="0074B9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F31B0B0-2A20-B72B-7AAD-7544A3397A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0125" y="1489950"/>
            <a:ext cx="2037900" cy="2037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A3F8AA-83BE-0579-52A1-D914B55DDC2A}"/>
              </a:ext>
            </a:extLst>
          </p:cNvPr>
          <p:cNvSpPr txBox="1"/>
          <p:nvPr/>
        </p:nvSpPr>
        <p:spPr>
          <a:xfrm>
            <a:off x="5064474" y="2687426"/>
            <a:ext cx="2800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D5A80"/>
                </a:solidFill>
                <a:latin typeface="Consolas" panose="020B0609020204030204" pitchFamily="49" charset="0"/>
              </a:rPr>
              <a:t>https://www.wikipedia.org</a:t>
            </a:r>
            <a:r>
              <a:rPr lang="en-US" sz="1400" b="1" dirty="0">
                <a:solidFill>
                  <a:srgbClr val="3D5A80"/>
                </a:solidFill>
                <a:latin typeface="Consolas" panose="020B0609020204030204" pitchFamily="49" charset="0"/>
              </a:rPr>
              <a:t>/wiki/Metascience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7CE049-4A79-3E33-411B-2E334550FFF3}"/>
              </a:ext>
            </a:extLst>
          </p:cNvPr>
          <p:cNvSpPr/>
          <p:nvPr/>
        </p:nvSpPr>
        <p:spPr>
          <a:xfrm>
            <a:off x="8146154" y="2018919"/>
            <a:ext cx="1221567" cy="98697"/>
          </a:xfrm>
          <a:prstGeom prst="rect">
            <a:avLst/>
          </a:prstGeom>
          <a:solidFill>
            <a:srgbClr val="F9F5FF"/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9F5B0DA-D662-CE14-2581-970208263063}"/>
              </a:ext>
            </a:extLst>
          </p:cNvPr>
          <p:cNvSpPr/>
          <p:nvPr/>
        </p:nvSpPr>
        <p:spPr>
          <a:xfrm flipH="1">
            <a:off x="5018037" y="2540073"/>
            <a:ext cx="2694659" cy="209246"/>
          </a:xfrm>
          <a:prstGeom prst="rightArrow">
            <a:avLst/>
          </a:prstGeom>
          <a:solidFill>
            <a:srgbClr val="3D5A8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4847638-7106-4C02-C5CD-E50B3669DD3C}"/>
              </a:ext>
            </a:extLst>
          </p:cNvPr>
          <p:cNvSpPr/>
          <p:nvPr/>
        </p:nvSpPr>
        <p:spPr>
          <a:xfrm flipH="1">
            <a:off x="2156011" y="2539745"/>
            <a:ext cx="944954" cy="209246"/>
          </a:xfrm>
          <a:prstGeom prst="rightArrow">
            <a:avLst/>
          </a:prstGeom>
          <a:solidFill>
            <a:srgbClr val="9EAC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6858B4E-F32E-2501-AC73-4CC911289804}"/>
              </a:ext>
            </a:extLst>
          </p:cNvPr>
          <p:cNvSpPr/>
          <p:nvPr/>
        </p:nvSpPr>
        <p:spPr>
          <a:xfrm>
            <a:off x="5018035" y="2007020"/>
            <a:ext cx="2745240" cy="209246"/>
          </a:xfrm>
          <a:prstGeom prst="rightArrow">
            <a:avLst/>
          </a:prstGeom>
          <a:solidFill>
            <a:srgbClr val="0074B9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F0B2B8F7-58CD-9E02-1CD2-19A9F689B8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210" y="2282768"/>
            <a:ext cx="1030365" cy="1030365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70D70C48-8BF4-00AB-28F1-531A697E0F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3026" y="2282766"/>
            <a:ext cx="1030365" cy="103036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1A98EF5F-FBC6-62D9-727C-DCDD08CCA6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3028" y="1481676"/>
            <a:ext cx="1030365" cy="1030365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946741C5-71A0-EFF0-38CF-2274D3C945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0028" y="1483174"/>
            <a:ext cx="1030365" cy="1030365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84706CD2-1229-9F73-255B-60E34FA8346E}"/>
              </a:ext>
            </a:extLst>
          </p:cNvPr>
          <p:cNvGrpSpPr/>
          <p:nvPr/>
        </p:nvGrpSpPr>
        <p:grpSpPr>
          <a:xfrm>
            <a:off x="187871" y="2438910"/>
            <a:ext cx="1088940" cy="1088940"/>
            <a:chOff x="1380830" y="3663390"/>
            <a:chExt cx="1088940" cy="108894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3A3B981-4BAE-DCED-BA5F-E8937BAFCD95}"/>
                </a:ext>
              </a:extLst>
            </p:cNvPr>
            <p:cNvSpPr/>
            <p:nvPr/>
          </p:nvSpPr>
          <p:spPr>
            <a:xfrm>
              <a:off x="1552693" y="3909603"/>
              <a:ext cx="744596" cy="5865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36A2D4D0-12D9-628A-A237-C7B4E96758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80830" y="3663390"/>
              <a:ext cx="1088940" cy="1088940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388494B4-2A2D-7BCE-B847-50A1ED294A17}"/>
              </a:ext>
            </a:extLst>
          </p:cNvPr>
          <p:cNvSpPr txBox="1"/>
          <p:nvPr/>
        </p:nvSpPr>
        <p:spPr>
          <a:xfrm>
            <a:off x="3622370" y="-1061173"/>
            <a:ext cx="2288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sz="3600" dirty="0">
                <a:solidFill>
                  <a:prstClr val="black"/>
                </a:solidFill>
                <a:latin typeface="Aptos" panose="02110004020202020204"/>
              </a:rPr>
              <a:t>API Call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41EF4E-9A4D-7F61-24F6-020E8ED0D453}"/>
              </a:ext>
            </a:extLst>
          </p:cNvPr>
          <p:cNvSpPr txBox="1"/>
          <p:nvPr/>
        </p:nvSpPr>
        <p:spPr>
          <a:xfrm>
            <a:off x="7674626" y="-1209784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5">
              <a:defRPr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API CALL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C1BD5D23-5AD2-EECE-D023-6AC2C191538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02389" y="2048163"/>
            <a:ext cx="769615" cy="776674"/>
          </a:xfrm>
          <a:prstGeom prst="rect">
            <a:avLst/>
          </a:prstGeom>
        </p:spPr>
      </p:pic>
      <p:grpSp>
        <p:nvGrpSpPr>
          <p:cNvPr id="78" name="Group 77">
            <a:extLst>
              <a:ext uri="{FF2B5EF4-FFF2-40B4-BE49-F238E27FC236}">
                <a16:creationId xmlns:a16="http://schemas.microsoft.com/office/drawing/2014/main" id="{B54AE57A-FC92-6257-8133-9A8D6C2399BE}"/>
              </a:ext>
            </a:extLst>
          </p:cNvPr>
          <p:cNvGrpSpPr/>
          <p:nvPr/>
        </p:nvGrpSpPr>
        <p:grpSpPr>
          <a:xfrm>
            <a:off x="5981970" y="1712842"/>
            <a:ext cx="726070" cy="726070"/>
            <a:chOff x="6027619" y="1949466"/>
            <a:chExt cx="726069" cy="72606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C32B5C3-F533-6CFB-B230-1C94BE2776C1}"/>
                </a:ext>
              </a:extLst>
            </p:cNvPr>
            <p:cNvSpPr/>
            <p:nvPr/>
          </p:nvSpPr>
          <p:spPr>
            <a:xfrm>
              <a:off x="6142809" y="1958397"/>
              <a:ext cx="369214" cy="6937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3FBD9FC-AA31-7F79-A32B-CB7FA4A76E49}"/>
                </a:ext>
              </a:extLst>
            </p:cNvPr>
            <p:cNvSpPr/>
            <p:nvPr/>
          </p:nvSpPr>
          <p:spPr>
            <a:xfrm>
              <a:off x="6284617" y="2123909"/>
              <a:ext cx="369214" cy="5282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4CB21F2-2A71-DC2A-FDBA-CC9B2475E26C}"/>
                </a:ext>
              </a:extLst>
            </p:cNvPr>
            <p:cNvSpPr/>
            <p:nvPr/>
          </p:nvSpPr>
          <p:spPr>
            <a:xfrm>
              <a:off x="6095999" y="2250299"/>
              <a:ext cx="608764" cy="199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20DFCD3A-8D3B-9608-378E-4F4960A77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27619" y="1949466"/>
              <a:ext cx="726069" cy="726069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7A1FD0D-E122-72C6-F85F-F7F22C596D52}"/>
              </a:ext>
            </a:extLst>
          </p:cNvPr>
          <p:cNvSpPr txBox="1"/>
          <p:nvPr/>
        </p:nvSpPr>
        <p:spPr>
          <a:xfrm>
            <a:off x="8090703" y="1964730"/>
            <a:ext cx="28003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D5A80"/>
                </a:solidFill>
                <a:latin typeface="Consolas" panose="020B0609020204030204" pitchFamily="49" charset="0"/>
              </a:rPr>
              <a:t>https://www.wikipedia.org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F5D49A-63A7-5842-A50B-0EE473D5F020}"/>
              </a:ext>
            </a:extLst>
          </p:cNvPr>
          <p:cNvSpPr/>
          <p:nvPr/>
        </p:nvSpPr>
        <p:spPr>
          <a:xfrm>
            <a:off x="9448800" y="1887289"/>
            <a:ext cx="257452" cy="1264289"/>
          </a:xfrm>
          <a:prstGeom prst="rect">
            <a:avLst/>
          </a:prstGeom>
          <a:solidFill>
            <a:srgbClr val="F9F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4402D2C8-0A4B-4A9F-4E40-080917EDD5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9183" y="1483050"/>
            <a:ext cx="2037900" cy="203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841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8522E-8571-57F6-2F47-BC94330C6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591DC18-0444-46F7-8CE3-C1C1C2845F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0125" y="1489950"/>
            <a:ext cx="2037900" cy="20379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69A843E-8969-B168-8CFB-7EBE01B06994}"/>
              </a:ext>
            </a:extLst>
          </p:cNvPr>
          <p:cNvSpPr/>
          <p:nvPr/>
        </p:nvSpPr>
        <p:spPr>
          <a:xfrm>
            <a:off x="8146154" y="2018919"/>
            <a:ext cx="1221567" cy="98697"/>
          </a:xfrm>
          <a:prstGeom prst="rect">
            <a:avLst/>
          </a:prstGeom>
          <a:solidFill>
            <a:srgbClr val="FFFFFF"/>
          </a:solidFill>
          <a:ln>
            <a:solidFill>
              <a:srgbClr val="3D5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C63BA1-74C7-A2DE-E09D-A523FC1D1FC4}"/>
              </a:ext>
            </a:extLst>
          </p:cNvPr>
          <p:cNvSpPr txBox="1"/>
          <p:nvPr/>
        </p:nvSpPr>
        <p:spPr>
          <a:xfrm>
            <a:off x="8090703" y="1964730"/>
            <a:ext cx="28003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Consolas" panose="020B0609020204030204" pitchFamily="49" charset="0"/>
              </a:rPr>
              <a:t>https://api.crossref.org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9FF3C85F-273A-139A-3A25-C53B24D413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8069" y="2162097"/>
            <a:ext cx="1162012" cy="395084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2EBE76E-412A-4A6E-778F-66BA5424ECED}"/>
              </a:ext>
            </a:extLst>
          </p:cNvPr>
          <p:cNvSpPr/>
          <p:nvPr/>
        </p:nvSpPr>
        <p:spPr>
          <a:xfrm flipH="1">
            <a:off x="5018037" y="2540073"/>
            <a:ext cx="2694659" cy="209246"/>
          </a:xfrm>
          <a:prstGeom prst="rightArrow">
            <a:avLst/>
          </a:prstGeom>
          <a:solidFill>
            <a:srgbClr val="3D5A8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2D0C606-D023-21C9-7E19-39494FF0C24C}"/>
              </a:ext>
            </a:extLst>
          </p:cNvPr>
          <p:cNvSpPr/>
          <p:nvPr/>
        </p:nvSpPr>
        <p:spPr>
          <a:xfrm flipH="1">
            <a:off x="2156011" y="2539745"/>
            <a:ext cx="944954" cy="209246"/>
          </a:xfrm>
          <a:prstGeom prst="rightArrow">
            <a:avLst/>
          </a:prstGeom>
          <a:solidFill>
            <a:srgbClr val="9EAC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2075521B-D8B8-9BE5-0D84-0161BDEE6A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183" y="1483050"/>
            <a:ext cx="2037900" cy="20379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0D92FB2A-C330-13A7-CE1B-45B77217A8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210" y="2282768"/>
            <a:ext cx="1030365" cy="1030365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A8FB578C-EB1F-17E4-9C90-B9329E92B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3026" y="2282766"/>
            <a:ext cx="1030365" cy="103036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58778FF3-F4AB-15E4-5D47-866BF32D32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3028" y="1481676"/>
            <a:ext cx="1030365" cy="1030365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31CE1BB-4F4C-113E-786E-A3A10809B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0028" y="1483174"/>
            <a:ext cx="1030365" cy="1030365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E8E2F17C-27B9-7A96-C4F7-4EB1B3F7E9F2}"/>
              </a:ext>
            </a:extLst>
          </p:cNvPr>
          <p:cNvGrpSpPr/>
          <p:nvPr/>
        </p:nvGrpSpPr>
        <p:grpSpPr>
          <a:xfrm>
            <a:off x="187871" y="2438910"/>
            <a:ext cx="1088940" cy="1088940"/>
            <a:chOff x="1380830" y="3663390"/>
            <a:chExt cx="1088940" cy="108894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999E71F-5AF1-95E1-6A49-CB231D5299BB}"/>
                </a:ext>
              </a:extLst>
            </p:cNvPr>
            <p:cNvSpPr/>
            <p:nvPr/>
          </p:nvSpPr>
          <p:spPr>
            <a:xfrm>
              <a:off x="1552693" y="3909603"/>
              <a:ext cx="744596" cy="5865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A4FD0D5B-14BD-73EC-FE47-12D42E9F25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80830" y="3663390"/>
              <a:ext cx="1088940" cy="108894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FA70D5E-9BDC-0966-AFAE-82F9B191B80C}"/>
              </a:ext>
            </a:extLst>
          </p:cNvPr>
          <p:cNvSpPr txBox="1"/>
          <p:nvPr/>
        </p:nvSpPr>
        <p:spPr>
          <a:xfrm>
            <a:off x="5064474" y="2687427"/>
            <a:ext cx="2905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D5A80"/>
                </a:solidFill>
                <a:latin typeface="Consolas" panose="020B0609020204030204" pitchFamily="49" charset="0"/>
              </a:rPr>
              <a:t>https://api.crossref.org/</a:t>
            </a:r>
          </a:p>
          <a:p>
            <a:r>
              <a:rPr lang="en-US" sz="1400" b="1" dirty="0">
                <a:solidFill>
                  <a:srgbClr val="3D5A80"/>
                </a:solidFill>
                <a:latin typeface="Consolas" panose="020B0609020204030204" pitchFamily="49" charset="0"/>
              </a:rPr>
              <a:t>works/10.1016/S0140...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09E05-5CEE-D079-7A2C-07E7C0D65396}"/>
              </a:ext>
            </a:extLst>
          </p:cNvPr>
          <p:cNvSpPr txBox="1"/>
          <p:nvPr/>
        </p:nvSpPr>
        <p:spPr>
          <a:xfrm>
            <a:off x="8091799" y="1972412"/>
            <a:ext cx="28003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D5A80"/>
                </a:solidFill>
                <a:latin typeface="Consolas" panose="020B0609020204030204" pitchFamily="49" charset="0"/>
              </a:rPr>
              <a:t>https://api.crossref.org.org</a:t>
            </a:r>
          </a:p>
        </p:txBody>
      </p:sp>
    </p:spTree>
    <p:extLst>
      <p:ext uri="{BB962C8B-B14F-4D97-AF65-F5344CB8AC3E}">
        <p14:creationId xmlns:p14="http://schemas.microsoft.com/office/powerpoint/2010/main" val="3983960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85117-6738-8135-1F06-05C1D85AA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0B4F5B9-3F0E-6D8C-0CAB-41EB63C67AB9}"/>
              </a:ext>
            </a:extLst>
          </p:cNvPr>
          <p:cNvGrpSpPr/>
          <p:nvPr/>
        </p:nvGrpSpPr>
        <p:grpSpPr>
          <a:xfrm>
            <a:off x="187871" y="1288037"/>
            <a:ext cx="10703140" cy="2239813"/>
            <a:chOff x="187871" y="1288037"/>
            <a:chExt cx="10703140" cy="2239813"/>
          </a:xfrm>
        </p:grpSpPr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DCE39033-4E84-A53E-1D96-1FAD5254D7FD}"/>
                </a:ext>
              </a:extLst>
            </p:cNvPr>
            <p:cNvSpPr/>
            <p:nvPr/>
          </p:nvSpPr>
          <p:spPr>
            <a:xfrm>
              <a:off x="2150497" y="2004790"/>
              <a:ext cx="944954" cy="209246"/>
            </a:xfrm>
            <a:prstGeom prst="rightArrow">
              <a:avLst/>
            </a:prstGeom>
            <a:solidFill>
              <a:srgbClr val="0074B9">
                <a:alpha val="5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87E2A6F2-A434-1E4F-82FA-4AB4BCF06A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60125" y="1489950"/>
              <a:ext cx="2037900" cy="20379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B0B754-F350-76D3-C07F-6A4F31F3C2E8}"/>
                </a:ext>
              </a:extLst>
            </p:cNvPr>
            <p:cNvSpPr txBox="1"/>
            <p:nvPr/>
          </p:nvSpPr>
          <p:spPr>
            <a:xfrm>
              <a:off x="5064474" y="2687427"/>
              <a:ext cx="2905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https://api.crossref.org/</a:t>
              </a:r>
            </a:p>
            <a:p>
              <a:r>
                <a:rPr lang="en-US" sz="1400" b="1" dirty="0">
                  <a:solidFill>
                    <a:srgbClr val="3D5A80"/>
                  </a:solidFill>
                  <a:latin typeface="Consolas" panose="020B0609020204030204" pitchFamily="49" charset="0"/>
                </a:rPr>
                <a:t>works/10.1016/S0140...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88C35E-7FF4-022B-0E77-3C8FB0652B87}"/>
                </a:ext>
              </a:extLst>
            </p:cNvPr>
            <p:cNvSpPr/>
            <p:nvPr/>
          </p:nvSpPr>
          <p:spPr>
            <a:xfrm>
              <a:off x="8146154" y="2018919"/>
              <a:ext cx="1221567" cy="9869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5A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65CEE0D-ED03-5D73-E439-4C9C791BF67B}"/>
                </a:ext>
              </a:extLst>
            </p:cNvPr>
            <p:cNvSpPr txBox="1"/>
            <p:nvPr/>
          </p:nvSpPr>
          <p:spPr>
            <a:xfrm>
              <a:off x="8090703" y="1964730"/>
              <a:ext cx="280030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latin typeface="Consolas" panose="020B0609020204030204" pitchFamily="49" charset="0"/>
                </a:rPr>
                <a:t>https://api.crossref.org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324C701F-4B18-E14E-B8FF-F4F9CA067D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98069" y="2162097"/>
              <a:ext cx="1162012" cy="395084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22CC5B6F-2707-0B6C-DF2B-DC4A05454C7C}"/>
                </a:ext>
              </a:extLst>
            </p:cNvPr>
            <p:cNvSpPr/>
            <p:nvPr/>
          </p:nvSpPr>
          <p:spPr>
            <a:xfrm flipH="1">
              <a:off x="5018037" y="2540073"/>
              <a:ext cx="2694659" cy="209246"/>
            </a:xfrm>
            <a:prstGeom prst="rightArrow">
              <a:avLst/>
            </a:prstGeom>
            <a:solidFill>
              <a:srgbClr val="3D5A80">
                <a:alpha val="5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A88E0110-AF17-5140-5074-E63BD792F9E2}"/>
                </a:ext>
              </a:extLst>
            </p:cNvPr>
            <p:cNvSpPr/>
            <p:nvPr/>
          </p:nvSpPr>
          <p:spPr>
            <a:xfrm flipH="1">
              <a:off x="2156011" y="2539745"/>
              <a:ext cx="944954" cy="209246"/>
            </a:xfrm>
            <a:prstGeom prst="rightArrow">
              <a:avLst/>
            </a:prstGeom>
            <a:solidFill>
              <a:srgbClr val="9EAC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43E23B99-F351-AB81-AB60-9A66C8A5667F}"/>
                </a:ext>
              </a:extLst>
            </p:cNvPr>
            <p:cNvSpPr/>
            <p:nvPr/>
          </p:nvSpPr>
          <p:spPr>
            <a:xfrm>
              <a:off x="5018035" y="2007020"/>
              <a:ext cx="2745240" cy="209246"/>
            </a:xfrm>
            <a:prstGeom prst="rightArrow">
              <a:avLst/>
            </a:prstGeom>
            <a:solidFill>
              <a:srgbClr val="0074B9">
                <a:alpha val="5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419F57C4-BFB4-9731-FF26-DFB7D2E418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09183" y="1483050"/>
              <a:ext cx="2037900" cy="2037900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B985BDC4-862D-B89F-D3F5-BDE1BF6665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8210" y="2282768"/>
              <a:ext cx="1030365" cy="1030365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43C0947D-3DFF-FDCD-7622-8F5CBC925C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3026" y="2282766"/>
              <a:ext cx="1030365" cy="1030365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376E0F29-0ED3-F673-3841-8B7AE63D3E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3028" y="1481676"/>
              <a:ext cx="1030365" cy="1030365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982660F9-B95C-FEB4-FA72-18DF8AEBC5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0028" y="1483174"/>
              <a:ext cx="1030365" cy="1030365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55504B9-DBCC-8E95-F763-DD8840534F84}"/>
                </a:ext>
              </a:extLst>
            </p:cNvPr>
            <p:cNvGrpSpPr/>
            <p:nvPr/>
          </p:nvGrpSpPr>
          <p:grpSpPr>
            <a:xfrm>
              <a:off x="187871" y="2438910"/>
              <a:ext cx="1088940" cy="1088940"/>
              <a:chOff x="1380830" y="3663390"/>
              <a:chExt cx="1088940" cy="1088940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2878AAE-3CBD-3FDF-7DDE-BDFE7EECFE62}"/>
                  </a:ext>
                </a:extLst>
              </p:cNvPr>
              <p:cNvSpPr/>
              <p:nvPr/>
            </p:nvSpPr>
            <p:spPr>
              <a:xfrm>
                <a:off x="1552693" y="3909603"/>
                <a:ext cx="744596" cy="5865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4" name="Graphic 43">
                <a:extLst>
                  <a:ext uri="{FF2B5EF4-FFF2-40B4-BE49-F238E27FC236}">
                    <a16:creationId xmlns:a16="http://schemas.microsoft.com/office/drawing/2014/main" id="{F801FA9B-DE10-8C8E-3C2A-7C65E74C2F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380830" y="3663390"/>
                <a:ext cx="1088940" cy="1088940"/>
              </a:xfrm>
              <a:prstGeom prst="rect">
                <a:avLst/>
              </a:prstGeom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8B799F8-D513-257A-2E62-868DBB15779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853650" y="1654501"/>
              <a:ext cx="982715" cy="842750"/>
              <a:chOff x="6583916" y="2086065"/>
              <a:chExt cx="699386" cy="599774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927F573-004D-821A-5C9E-E8ECE364161C}"/>
                  </a:ext>
                </a:extLst>
              </p:cNvPr>
              <p:cNvSpPr/>
              <p:nvPr/>
            </p:nvSpPr>
            <p:spPr>
              <a:xfrm>
                <a:off x="6726265" y="2146515"/>
                <a:ext cx="306092" cy="4804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426B72B-4C58-0E21-B26D-9F1CA05B9BAD}"/>
                  </a:ext>
                </a:extLst>
              </p:cNvPr>
              <p:cNvSpPr/>
              <p:nvPr/>
            </p:nvSpPr>
            <p:spPr>
              <a:xfrm>
                <a:off x="6828297" y="2229286"/>
                <a:ext cx="306092" cy="3838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DF5C0A17-FC23-86AA-46E8-DB1CB3690F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83916" y="2086065"/>
                <a:ext cx="699386" cy="599774"/>
              </a:xfrm>
              <a:prstGeom prst="rect">
                <a:avLst/>
              </a:prstGeom>
            </p:spPr>
          </p:pic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4D20CBC-6BA1-21B7-4A07-A37E05F6F366}"/>
                </a:ext>
              </a:extLst>
            </p:cNvPr>
            <p:cNvSpPr txBox="1"/>
            <p:nvPr/>
          </p:nvSpPr>
          <p:spPr>
            <a:xfrm>
              <a:off x="5064474" y="1288037"/>
              <a:ext cx="28003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3D5A80"/>
                  </a:solidFill>
                  <a:latin typeface="Consolas" panose="020B0609020204030204" pitchFamily="49" charset="0"/>
                </a:rPr>
                <a:t>works/10.1016/S0140...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2E3A7E4-BF31-84B6-AE0A-5A4740519D18}"/>
              </a:ext>
            </a:extLst>
          </p:cNvPr>
          <p:cNvSpPr txBox="1"/>
          <p:nvPr/>
        </p:nvSpPr>
        <p:spPr>
          <a:xfrm>
            <a:off x="8091799" y="1972412"/>
            <a:ext cx="28003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D5A80"/>
                </a:solidFill>
                <a:latin typeface="Consolas" panose="020B0609020204030204" pitchFamily="49" charset="0"/>
              </a:rPr>
              <a:t>https://api.crossref.org.org</a:t>
            </a:r>
          </a:p>
        </p:txBody>
      </p:sp>
    </p:spTree>
    <p:extLst>
      <p:ext uri="{BB962C8B-B14F-4D97-AF65-F5344CB8AC3E}">
        <p14:creationId xmlns:p14="http://schemas.microsoft.com/office/powerpoint/2010/main" val="1687134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538E4-58B2-9C38-7D19-796521DC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41DFE69-B8C3-1730-DCEB-7077277094D3}"/>
              </a:ext>
            </a:extLst>
          </p:cNvPr>
          <p:cNvGrpSpPr/>
          <p:nvPr/>
        </p:nvGrpSpPr>
        <p:grpSpPr>
          <a:xfrm>
            <a:off x="187871" y="1288037"/>
            <a:ext cx="10703140" cy="2239813"/>
            <a:chOff x="187871" y="1288037"/>
            <a:chExt cx="10703140" cy="2239813"/>
          </a:xfrm>
        </p:grpSpPr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37243C58-282B-A2FB-173E-1B6A51D539AE}"/>
                </a:ext>
              </a:extLst>
            </p:cNvPr>
            <p:cNvSpPr/>
            <p:nvPr/>
          </p:nvSpPr>
          <p:spPr>
            <a:xfrm>
              <a:off x="2150497" y="2004790"/>
              <a:ext cx="944954" cy="209246"/>
            </a:xfrm>
            <a:prstGeom prst="rightArrow">
              <a:avLst/>
            </a:prstGeom>
            <a:solidFill>
              <a:srgbClr val="0074B9">
                <a:alpha val="5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98BD37E-1250-4090-FB79-391B68057A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60125" y="1489950"/>
              <a:ext cx="2037900" cy="20379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1FCD49-01FE-4607-E62A-99FA3F8EC086}"/>
                </a:ext>
              </a:extLst>
            </p:cNvPr>
            <p:cNvSpPr txBox="1"/>
            <p:nvPr/>
          </p:nvSpPr>
          <p:spPr>
            <a:xfrm>
              <a:off x="5064474" y="2687427"/>
              <a:ext cx="2905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https://api.crossref.org/</a:t>
              </a:r>
            </a:p>
            <a:p>
              <a:r>
                <a:rPr lang="en-US" sz="1400" b="1" dirty="0">
                  <a:solidFill>
                    <a:srgbClr val="3D5A80"/>
                  </a:solidFill>
                  <a:latin typeface="Consolas" panose="020B0609020204030204" pitchFamily="49" charset="0"/>
                </a:rPr>
                <a:t>works/10.1016/S0140...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7892DC8-CCB0-8343-37A1-C6B3DE6BAF71}"/>
                </a:ext>
              </a:extLst>
            </p:cNvPr>
            <p:cNvSpPr/>
            <p:nvPr/>
          </p:nvSpPr>
          <p:spPr>
            <a:xfrm>
              <a:off x="8146154" y="2018919"/>
              <a:ext cx="1221567" cy="9869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5A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F262FC-96BE-5E90-C305-59AA062D60DC}"/>
                </a:ext>
              </a:extLst>
            </p:cNvPr>
            <p:cNvSpPr txBox="1"/>
            <p:nvPr/>
          </p:nvSpPr>
          <p:spPr>
            <a:xfrm>
              <a:off x="8090703" y="1964730"/>
              <a:ext cx="280030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latin typeface="Consolas" panose="020B0609020204030204" pitchFamily="49" charset="0"/>
                </a:rPr>
                <a:t>https://api.crossref.org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555045CB-F3E5-5157-DF6D-87E413825A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98069" y="2162097"/>
              <a:ext cx="1162012" cy="395084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F92C7117-EF1E-AD04-27AF-A900CF0E5B1E}"/>
                </a:ext>
              </a:extLst>
            </p:cNvPr>
            <p:cNvSpPr/>
            <p:nvPr/>
          </p:nvSpPr>
          <p:spPr>
            <a:xfrm flipH="1">
              <a:off x="5018037" y="2540073"/>
              <a:ext cx="2694659" cy="209246"/>
            </a:xfrm>
            <a:prstGeom prst="rightArrow">
              <a:avLst/>
            </a:prstGeom>
            <a:solidFill>
              <a:srgbClr val="3D5A80">
                <a:alpha val="5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360D58A8-0F32-DC59-C80A-11355581DA0D}"/>
                </a:ext>
              </a:extLst>
            </p:cNvPr>
            <p:cNvSpPr/>
            <p:nvPr/>
          </p:nvSpPr>
          <p:spPr>
            <a:xfrm flipH="1">
              <a:off x="2156011" y="2539745"/>
              <a:ext cx="944954" cy="209246"/>
            </a:xfrm>
            <a:prstGeom prst="rightArrow">
              <a:avLst/>
            </a:prstGeom>
            <a:solidFill>
              <a:srgbClr val="9EAC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1CDFC913-55F4-5A99-B17C-74515AD55E49}"/>
                </a:ext>
              </a:extLst>
            </p:cNvPr>
            <p:cNvSpPr/>
            <p:nvPr/>
          </p:nvSpPr>
          <p:spPr>
            <a:xfrm>
              <a:off x="5018035" y="2007020"/>
              <a:ext cx="2745240" cy="209246"/>
            </a:xfrm>
            <a:prstGeom prst="rightArrow">
              <a:avLst/>
            </a:prstGeom>
            <a:solidFill>
              <a:srgbClr val="0074B9">
                <a:alpha val="5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6D14FB9A-C470-51C0-0953-56BE19A524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09183" y="1483050"/>
              <a:ext cx="2037900" cy="2037900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6DBE7489-B62E-14F7-075F-F6A04F3CB6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8210" y="2282768"/>
              <a:ext cx="1030365" cy="1030365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6B0A1711-32EB-8EBB-9437-ED9BBCF3FA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3026" y="2282766"/>
              <a:ext cx="1030365" cy="1030365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90839445-32F4-2725-58A8-D6E541E1D8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3028" y="1481676"/>
              <a:ext cx="1030365" cy="1030365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1AD8CADA-5025-3801-2DE6-99AF02F95D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0028" y="1483174"/>
              <a:ext cx="1030365" cy="1030365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B2B75E3-BD16-1CB1-2C6A-E9AF46EEC288}"/>
                </a:ext>
              </a:extLst>
            </p:cNvPr>
            <p:cNvGrpSpPr/>
            <p:nvPr/>
          </p:nvGrpSpPr>
          <p:grpSpPr>
            <a:xfrm>
              <a:off x="187871" y="2438910"/>
              <a:ext cx="1088940" cy="1088940"/>
              <a:chOff x="1380830" y="3663390"/>
              <a:chExt cx="1088940" cy="1088940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BE3836A5-BB35-C420-B3AB-4DCBFC5EDC4D}"/>
                  </a:ext>
                </a:extLst>
              </p:cNvPr>
              <p:cNvSpPr/>
              <p:nvPr/>
            </p:nvSpPr>
            <p:spPr>
              <a:xfrm>
                <a:off x="1552693" y="3909603"/>
                <a:ext cx="744596" cy="5865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4" name="Graphic 43">
                <a:extLst>
                  <a:ext uri="{FF2B5EF4-FFF2-40B4-BE49-F238E27FC236}">
                    <a16:creationId xmlns:a16="http://schemas.microsoft.com/office/drawing/2014/main" id="{8F427501-AA93-12DD-7D61-0D87B3E95E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380830" y="3663390"/>
                <a:ext cx="1088940" cy="1088940"/>
              </a:xfrm>
              <a:prstGeom prst="rect">
                <a:avLst/>
              </a:prstGeom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410C6F6-74BB-6FB5-7500-AA9FD2D4CB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853650" y="1654501"/>
              <a:ext cx="982715" cy="842750"/>
              <a:chOff x="6583916" y="2086065"/>
              <a:chExt cx="699386" cy="599774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314E9A-42D6-8BF1-58CC-492FD26383C5}"/>
                  </a:ext>
                </a:extLst>
              </p:cNvPr>
              <p:cNvSpPr/>
              <p:nvPr/>
            </p:nvSpPr>
            <p:spPr>
              <a:xfrm>
                <a:off x="6726265" y="2146515"/>
                <a:ext cx="306092" cy="4804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784E8A9-49EA-37E0-23A6-6AD291576060}"/>
                  </a:ext>
                </a:extLst>
              </p:cNvPr>
              <p:cNvSpPr/>
              <p:nvPr/>
            </p:nvSpPr>
            <p:spPr>
              <a:xfrm>
                <a:off x="6828297" y="2229286"/>
                <a:ext cx="306092" cy="3838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F07E487-7DE4-813F-E47D-E88FA80F06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83916" y="2086065"/>
                <a:ext cx="699386" cy="599774"/>
              </a:xfrm>
              <a:prstGeom prst="rect">
                <a:avLst/>
              </a:prstGeom>
            </p:spPr>
          </p:pic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07DE560-E171-7043-A7A5-08B11AED5B23}"/>
                </a:ext>
              </a:extLst>
            </p:cNvPr>
            <p:cNvSpPr txBox="1"/>
            <p:nvPr/>
          </p:nvSpPr>
          <p:spPr>
            <a:xfrm>
              <a:off x="8070647" y="2073226"/>
              <a:ext cx="1440490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35">
                <a:defRPr/>
              </a:pPr>
              <a:r>
                <a:rPr lang="en-US" sz="700" dirty="0">
                  <a:solidFill>
                    <a:prstClr val="black"/>
                  </a:solidFill>
                  <a:latin typeface="Consolas" panose="020B0609020204030204" pitchFamily="49" charset="0"/>
                </a:rPr>
                <a:t>{</a:t>
              </a:r>
            </a:p>
            <a:p>
              <a:pPr defTabSz="914335">
                <a:defRPr/>
              </a:pPr>
              <a:r>
                <a:rPr lang="en-US" sz="700" dirty="0">
                  <a:solidFill>
                    <a:prstClr val="black"/>
                  </a:solidFill>
                  <a:latin typeface="Consolas" panose="020B0609020204030204" pitchFamily="49" charset="0"/>
                </a:rPr>
                <a:t> title: “Illeal-lymph...</a:t>
              </a:r>
            </a:p>
            <a:p>
              <a:pPr defTabSz="914335">
                <a:defRPr/>
              </a:pPr>
              <a:r>
                <a:rPr lang="en-US" sz="700" dirty="0">
                  <a:solidFill>
                    <a:prstClr val="black"/>
                  </a:solidFill>
                  <a:latin typeface="Consolas" panose="020B0609020204030204" pitchFamily="49" charset="0"/>
                </a:rPr>
                <a:t> authors: [</a:t>
              </a:r>
            </a:p>
            <a:p>
              <a:pPr marL="457167" lvl="1" defTabSz="914335">
                <a:defRPr/>
              </a:pPr>
              <a:r>
                <a:rPr lang="en-US" sz="700" dirty="0">
                  <a:solidFill>
                    <a:prstClr val="black"/>
                  </a:solidFill>
                  <a:latin typeface="Consolas" panose="020B0609020204030204" pitchFamily="49" charset="0"/>
                </a:rPr>
                <a:t>0:{</a:t>
              </a:r>
            </a:p>
            <a:p>
              <a:pPr marL="457167" lvl="1" defTabSz="914335">
                <a:defRPr/>
              </a:pPr>
              <a:r>
                <a:rPr lang="en-US" sz="700" dirty="0">
                  <a:solidFill>
                    <a:prstClr val="black"/>
                  </a:solidFill>
                  <a:latin typeface="Consolas" panose="020B0609020204030204" pitchFamily="49" charset="0"/>
                </a:rPr>
                <a:t>   First: ...</a:t>
              </a:r>
            </a:p>
            <a:p>
              <a:pPr defTabSz="914335">
                <a:defRPr/>
              </a:pPr>
              <a:r>
                <a:rPr lang="en-US" sz="700" dirty="0">
                  <a:solidFill>
                    <a:prstClr val="black"/>
                  </a:solidFill>
                  <a:latin typeface="Consolas" panose="020B0609020204030204" pitchFamily="49" charset="0"/>
                </a:rPr>
                <a:t> ...		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DFCEAA9-7AD0-59E1-189B-42A2D0668FD5}"/>
                </a:ext>
              </a:extLst>
            </p:cNvPr>
            <p:cNvSpPr txBox="1"/>
            <p:nvPr/>
          </p:nvSpPr>
          <p:spPr>
            <a:xfrm>
              <a:off x="5064474" y="1288037"/>
              <a:ext cx="28003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3D5A80"/>
                  </a:solidFill>
                  <a:latin typeface="Consolas" panose="020B0609020204030204" pitchFamily="49" charset="0"/>
                </a:rPr>
                <a:t>works/10.1016/S0140...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24E46F2-19B2-6F24-6C2B-4F695AC7D615}"/>
              </a:ext>
            </a:extLst>
          </p:cNvPr>
          <p:cNvSpPr txBox="1"/>
          <p:nvPr/>
        </p:nvSpPr>
        <p:spPr>
          <a:xfrm>
            <a:off x="8091799" y="1972412"/>
            <a:ext cx="28003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D5A80"/>
                </a:solidFill>
                <a:latin typeface="Consolas" panose="020B0609020204030204" pitchFamily="49" charset="0"/>
              </a:rPr>
              <a:t>https://api.crossref.org.org</a:t>
            </a:r>
          </a:p>
        </p:txBody>
      </p:sp>
    </p:spTree>
    <p:extLst>
      <p:ext uri="{BB962C8B-B14F-4D97-AF65-F5344CB8AC3E}">
        <p14:creationId xmlns:p14="http://schemas.microsoft.com/office/powerpoint/2010/main" val="597246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485AC-8490-7861-1867-857D7EA1A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A8A087F-1727-5659-3A56-1E507CF0C093}"/>
              </a:ext>
            </a:extLst>
          </p:cNvPr>
          <p:cNvGrpSpPr/>
          <p:nvPr/>
        </p:nvGrpSpPr>
        <p:grpSpPr>
          <a:xfrm>
            <a:off x="187871" y="1370109"/>
            <a:ext cx="9559215" cy="2671589"/>
            <a:chOff x="187871" y="1370109"/>
            <a:chExt cx="9559215" cy="2671589"/>
          </a:xfrm>
        </p:grpSpPr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910C1D85-AFC8-02EB-EC52-38637CBB0C48}"/>
                </a:ext>
              </a:extLst>
            </p:cNvPr>
            <p:cNvSpPr/>
            <p:nvPr/>
          </p:nvSpPr>
          <p:spPr>
            <a:xfrm>
              <a:off x="2150497" y="2004790"/>
              <a:ext cx="944954" cy="209246"/>
            </a:xfrm>
            <a:prstGeom prst="rightArrow">
              <a:avLst/>
            </a:prstGeom>
            <a:solidFill>
              <a:srgbClr val="0074B9">
                <a:alpha val="5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87520495-444D-9E38-7EB6-3C658224E4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60125" y="1489950"/>
              <a:ext cx="2037900" cy="2037900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0F12AD5E-8BED-F4EF-4586-F32D262C2B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98069" y="2162097"/>
              <a:ext cx="1162012" cy="395084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9752EBF7-4E14-E2D2-8A6C-EB14DE428163}"/>
                </a:ext>
              </a:extLst>
            </p:cNvPr>
            <p:cNvSpPr/>
            <p:nvPr/>
          </p:nvSpPr>
          <p:spPr>
            <a:xfrm flipH="1">
              <a:off x="5018037" y="2540073"/>
              <a:ext cx="2694659" cy="209246"/>
            </a:xfrm>
            <a:prstGeom prst="rightArrow">
              <a:avLst/>
            </a:prstGeom>
            <a:solidFill>
              <a:srgbClr val="3D5A80">
                <a:alpha val="5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AE443BF5-52D1-C670-B01F-14F838310E0F}"/>
                </a:ext>
              </a:extLst>
            </p:cNvPr>
            <p:cNvSpPr/>
            <p:nvPr/>
          </p:nvSpPr>
          <p:spPr>
            <a:xfrm flipH="1">
              <a:off x="2156011" y="2539745"/>
              <a:ext cx="944954" cy="209246"/>
            </a:xfrm>
            <a:prstGeom prst="rightArrow">
              <a:avLst/>
            </a:prstGeom>
            <a:solidFill>
              <a:srgbClr val="9EAC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26A34C86-F107-F1E2-B12F-A936AACD8F18}"/>
                </a:ext>
              </a:extLst>
            </p:cNvPr>
            <p:cNvSpPr/>
            <p:nvPr/>
          </p:nvSpPr>
          <p:spPr>
            <a:xfrm>
              <a:off x="5018035" y="2007020"/>
              <a:ext cx="2745240" cy="209246"/>
            </a:xfrm>
            <a:prstGeom prst="rightArrow">
              <a:avLst/>
            </a:prstGeom>
            <a:solidFill>
              <a:srgbClr val="0074B9">
                <a:alpha val="5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3A278180-15F6-F066-D6C4-E0F5B400B3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8210" y="2282768"/>
              <a:ext cx="1030365" cy="1030365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04F88B94-0057-EBB4-5489-CC2A965587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3026" y="2282766"/>
              <a:ext cx="1030365" cy="1030365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BA6475C2-65BC-1870-0C31-1A19CCBE8B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3028" y="1481676"/>
              <a:ext cx="1030365" cy="1030365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ACB73025-3624-4563-A0A5-5A18725B4C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0028" y="1483174"/>
              <a:ext cx="1030365" cy="1030365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EF1BD3A-5B36-2A97-477A-9ECB824F53E2}"/>
                </a:ext>
              </a:extLst>
            </p:cNvPr>
            <p:cNvGrpSpPr/>
            <p:nvPr/>
          </p:nvGrpSpPr>
          <p:grpSpPr>
            <a:xfrm>
              <a:off x="187871" y="2438910"/>
              <a:ext cx="1088940" cy="1088940"/>
              <a:chOff x="1380830" y="3663390"/>
              <a:chExt cx="1088940" cy="1088940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0116968-9E92-85E2-30C7-E28B2961449F}"/>
                  </a:ext>
                </a:extLst>
              </p:cNvPr>
              <p:cNvSpPr/>
              <p:nvPr/>
            </p:nvSpPr>
            <p:spPr>
              <a:xfrm>
                <a:off x="1552693" y="3909603"/>
                <a:ext cx="744596" cy="5865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4" name="Graphic 43">
                <a:extLst>
                  <a:ext uri="{FF2B5EF4-FFF2-40B4-BE49-F238E27FC236}">
                    <a16:creationId xmlns:a16="http://schemas.microsoft.com/office/drawing/2014/main" id="{50CAAD1E-3F7A-5A42-22E2-1E0C9689AA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380830" y="3663390"/>
                <a:ext cx="1088940" cy="1088940"/>
              </a:xfrm>
              <a:prstGeom prst="rect">
                <a:avLst/>
              </a:prstGeom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1DDA51A-517F-D7BD-B875-62F29D3B4B7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853650" y="1654501"/>
              <a:ext cx="982715" cy="842750"/>
              <a:chOff x="6583916" y="2086065"/>
              <a:chExt cx="699386" cy="599774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2A4DC56-A6C5-45B1-7F0E-942AE1607D63}"/>
                  </a:ext>
                </a:extLst>
              </p:cNvPr>
              <p:cNvSpPr/>
              <p:nvPr/>
            </p:nvSpPr>
            <p:spPr>
              <a:xfrm>
                <a:off x="6726265" y="2146515"/>
                <a:ext cx="306092" cy="4804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0EC0112-900B-7B88-50ED-196F109CEBFA}"/>
                  </a:ext>
                </a:extLst>
              </p:cNvPr>
              <p:cNvSpPr/>
              <p:nvPr/>
            </p:nvSpPr>
            <p:spPr>
              <a:xfrm>
                <a:off x="6828297" y="2229286"/>
                <a:ext cx="306092" cy="3838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0EE3A97E-CCC5-7BD9-FA83-05AF91D90A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83916" y="2086065"/>
                <a:ext cx="699386" cy="599774"/>
              </a:xfrm>
              <a:prstGeom prst="rect">
                <a:avLst/>
              </a:prstGeom>
            </p:spPr>
          </p:pic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2713258-10FF-CAEE-3138-CD81CCE44093}"/>
                </a:ext>
              </a:extLst>
            </p:cNvPr>
            <p:cNvSpPr txBox="1"/>
            <p:nvPr/>
          </p:nvSpPr>
          <p:spPr>
            <a:xfrm>
              <a:off x="8070649" y="2007913"/>
              <a:ext cx="1676437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35">
                <a:defRPr/>
              </a:pPr>
              <a:r>
                <a:rPr lang="en-US" sz="700" dirty="0">
                  <a:solidFill>
                    <a:prstClr val="black"/>
                  </a:solidFill>
                  <a:latin typeface="Consolas" panose="020B0609020204030204" pitchFamily="49" charset="0"/>
                </a:rPr>
                <a:t>library(httr)</a:t>
              </a:r>
            </a:p>
            <a:p>
              <a:pPr defTabSz="914335">
                <a:defRPr/>
              </a:pPr>
              <a:endParaRPr lang="en-US" sz="700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defTabSz="914335">
                <a:defRPr/>
              </a:pPr>
              <a:r>
                <a:rPr lang="en-US" sz="700" dirty="0">
                  <a:solidFill>
                    <a:prstClr val="black"/>
                  </a:solidFill>
                  <a:latin typeface="Consolas" panose="020B0609020204030204" pitchFamily="49" charset="0"/>
                </a:rPr>
                <a:t>req  &lt;- request(“https...</a:t>
              </a:r>
            </a:p>
            <a:p>
              <a:pPr defTabSz="914335">
                <a:defRPr/>
              </a:pPr>
              <a:r>
                <a:rPr lang="en-US" sz="700" dirty="0">
                  <a:solidFill>
                    <a:prstClr val="black"/>
                  </a:solidFill>
                  <a:latin typeface="Consolas" panose="020B0609020204030204" pitchFamily="49" charset="0"/>
                </a:rPr>
                <a:t>resp &lt;- req  |&gt; req_perform</a:t>
              </a:r>
            </a:p>
            <a:p>
              <a:pPr defTabSz="914335">
                <a:defRPr/>
              </a:pPr>
              <a:r>
                <a:rPr lang="en-US" sz="700" dirty="0">
                  <a:solidFill>
                    <a:prstClr val="black"/>
                  </a:solidFill>
                  <a:latin typeface="Consolas" panose="020B0609020204030204" pitchFamily="49" charset="0"/>
                </a:rPr>
                <a:t>json &lt;- resp |&gt; resp_body_j</a:t>
              </a: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7A810F6F-B31D-232F-B83C-CA3CDA11F3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09183" y="1483050"/>
              <a:ext cx="2037900" cy="203790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B531162-16EE-F7CF-5881-8A57B9852677}"/>
                </a:ext>
              </a:extLst>
            </p:cNvPr>
            <p:cNvSpPr txBox="1"/>
            <p:nvPr/>
          </p:nvSpPr>
          <p:spPr>
            <a:xfrm>
              <a:off x="8385739" y="1370109"/>
              <a:ext cx="860161" cy="369332"/>
            </a:xfrm>
            <a:prstGeom prst="rect">
              <a:avLst/>
            </a:prstGeom>
            <a:solidFill>
              <a:srgbClr val="F9F5FF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3D5A80"/>
                  </a:solidFill>
                  <a:latin typeface="Consolas" panose="020B0609020204030204" pitchFamily="49" charset="0"/>
                </a:rPr>
                <a:t>code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75EE769-42EF-978E-1636-19CB067F9241}"/>
                </a:ext>
              </a:extLst>
            </p:cNvPr>
            <p:cNvSpPr txBox="1"/>
            <p:nvPr/>
          </p:nvSpPr>
          <p:spPr>
            <a:xfrm>
              <a:off x="5967157" y="2728498"/>
              <a:ext cx="28003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3D5A80"/>
                  </a:solidFill>
                  <a:latin typeface="Consolas" panose="020B0609020204030204" pitchFamily="49" charset="0"/>
                </a:rPr>
                <a:t>http</a:t>
              </a: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2095AE3-50E0-05BD-185E-DEC2F6372D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219" y="3613831"/>
              <a:ext cx="427867" cy="427867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1A51A53E-F907-64B4-5CFC-436854F291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14556" y="3267659"/>
              <a:ext cx="357720" cy="35772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6D72D2C-F416-7802-A061-B69E07421EC5}"/>
                </a:ext>
              </a:extLst>
            </p:cNvPr>
            <p:cNvSpPr txBox="1"/>
            <p:nvPr/>
          </p:nvSpPr>
          <p:spPr>
            <a:xfrm>
              <a:off x="6537779" y="3646319"/>
              <a:ext cx="28003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3D5A80"/>
                  </a:solidFill>
                  <a:latin typeface="Consolas" panose="020B0609020204030204" pitchFamily="49" charset="0"/>
                </a:rPr>
                <a:t>requests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D188044-04E0-BD36-AED2-F1AD2389DE77}"/>
                </a:ext>
              </a:extLst>
            </p:cNvPr>
            <p:cNvSpPr txBox="1"/>
            <p:nvPr/>
          </p:nvSpPr>
          <p:spPr>
            <a:xfrm>
              <a:off x="6537779" y="3267659"/>
              <a:ext cx="28003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3D5A80"/>
                  </a:solidFill>
                  <a:latin typeface="Consolas" panose="020B0609020204030204" pitchFamily="49" charset="0"/>
                </a:rPr>
                <a:t>httr2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1824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F9F5FF"/>
      </a:dk1>
      <a:lt1>
        <a:srgbClr val="F9F5FF"/>
      </a:lt1>
      <a:dk2>
        <a:srgbClr val="F9F5FF"/>
      </a:dk2>
      <a:lt2>
        <a:srgbClr val="F9F5FF"/>
      </a:lt2>
      <a:accent1>
        <a:srgbClr val="3D5A80"/>
      </a:accent1>
      <a:accent2>
        <a:srgbClr val="3D5A80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</TotalTime>
  <Words>425</Words>
  <Application>Microsoft Office PowerPoint</Application>
  <PresentationFormat>Custom</PresentationFormat>
  <Paragraphs>130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Sodano</dc:creator>
  <cp:lastModifiedBy>Christian Sodano</cp:lastModifiedBy>
  <cp:revision>4</cp:revision>
  <dcterms:created xsi:type="dcterms:W3CDTF">2026-04-23T02:59:11Z</dcterms:created>
  <dcterms:modified xsi:type="dcterms:W3CDTF">2026-04-23T15:03:09Z</dcterms:modified>
</cp:coreProperties>
</file>